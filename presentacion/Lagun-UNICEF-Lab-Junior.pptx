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4"/>
  </p:sldMasterIdLst>
  <p:notesMasterIdLst>
    <p:notesMasterId r:id="rId18"/>
  </p:notesMasterIdLst>
  <p:sldIdLst>
    <p:sldId id="257" r:id="rId6"/>
    <p:sldId id="258" r:id="rId7"/>
    <p:sldId id="259" r:id="rId8"/>
    <p:sldId id="260" r:id="rId9"/>
    <p:sldId id="261" r:id="rId10"/>
    <p:sldId id="269" r:id="rId52"/>
    <p:sldId id="262" r:id="rId11"/>
    <p:sldId id="270" r:id="rId53"/>
    <p:sldId id="263" r:id="rId12"/>
    <p:sldId id="264" r:id="rId13"/>
    <p:sldId id="265" r:id="rId14"/>
    <p:sldId id="266" r:id="rId15"/>
    <p:sldId id="267" r:id="rId16"/>
  </p:sldIdLst>
  <p:sldSz cx="21336000" cy="13335000"/>
  <p:notesSz cx="6858000" cy="9144000"/>
  <p:embeddedFontLst>
    <p:embeddedFont>
      <p:font typeface="Helvetica Neue" panose="020B0604020202020204" charset="0"/>
      <p:regular r:id="rId19"/>
      <p:bold r:id="rId20"/>
      <p:italic r:id="rId21"/>
      <p:boldItalic r:id="rId22"/>
    </p:embeddedFont>
    <p:embeddedFont>
      <p:font typeface="Poppins Light" panose="020B0502040204020203" pitchFamily="2" charset="0"/>
      <p:regular r:id="rId23"/>
      <p:bold r:id="rId24"/>
      <p:italic r:id="rId25"/>
      <p:boldItalic r:id="rId26"/>
    </p:embeddedFont>
    <p:embeddedFont>
      <p:font typeface="Poppins Medium" panose="020B0502040204020203" pitchFamily="2" charset="0"/>
      <p:regular r:id="rId27"/>
      <p:bold r:id="rId28"/>
      <p:italic r:id="rId29"/>
      <p:boldItalic r:id="rId30"/>
    </p:embeddedFont>
    <p:embeddedFont>
      <p:font typeface="Source Serif 4" panose="020B0604020202020204" charset="0"/>
      <p:regular r:id="rId31"/>
      <p:bold r:id="rId32"/>
      <p:italic r:id="rId33"/>
      <p:boldItalic r:id="rId34"/>
    </p:embeddedFont>
    <p:embeddedFont>
      <p:font typeface="Source Serif 4 Light" panose="020B0604020202020204" charset="0"/>
      <p:regular r:id="rId35"/>
      <p:bold r:id="rId36"/>
      <p:italic r:id="rId37"/>
      <p:boldItalic r:id="rId38"/>
    </p:embeddedFont>
    <p:embeddedFont>
      <p:font typeface="Source Serif 4 Medium" panose="020B0604020202020204" charset="0"/>
      <p:regular r:id="rId39"/>
      <p:bold r:id="rId40"/>
      <p:italic r:id="rId41"/>
      <p:boldItalic r:id="rId42"/>
    </p:embeddedFont>
    <p:embeddedFont>
      <p:font typeface="Source Serif 4 SemiBold" panose="020B0604020202020204" charset="0"/>
      <p:regular r:id="rId43"/>
      <p:bold r:id="rId44"/>
      <p:italic r:id="rId45"/>
      <p:boldItalic r:id="rId4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7" roundtripDataSignature="AMtx7miyoXVHzHH3Bu3oErC1bjdEHcCWS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3" d="100"/>
          <a:sy n="33" d="100"/>
        </p:scale>
        <p:origin x="12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9" Type="http://schemas.openxmlformats.org/officeDocument/2006/relationships/font" Target="fonts/font21.fntdata"/><Relationship Id="rId21" Type="http://schemas.openxmlformats.org/officeDocument/2006/relationships/font" Target="fonts/font3.fntdata"/><Relationship Id="rId34" Type="http://schemas.openxmlformats.org/officeDocument/2006/relationships/font" Target="fonts/font16.fntdata"/><Relationship Id="rId42" Type="http://schemas.openxmlformats.org/officeDocument/2006/relationships/font" Target="fonts/font24.fntdata"/><Relationship Id="rId47" Type="http://customschemas.google.com/relationships/presentationmetadata" Target="metadata"/><Relationship Id="rId50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font" Target="fonts/font11.fntdata"/><Relationship Id="rId11" Type="http://schemas.openxmlformats.org/officeDocument/2006/relationships/slide" Target="slides/slide7.xml"/><Relationship Id="rId24" Type="http://schemas.openxmlformats.org/officeDocument/2006/relationships/font" Target="fonts/font6.fntdata"/><Relationship Id="rId32" Type="http://schemas.openxmlformats.org/officeDocument/2006/relationships/font" Target="fonts/font14.fntdata"/><Relationship Id="rId37" Type="http://schemas.openxmlformats.org/officeDocument/2006/relationships/font" Target="fonts/font19.fntdata"/><Relationship Id="rId40" Type="http://schemas.openxmlformats.org/officeDocument/2006/relationships/font" Target="fonts/font22.fntdata"/><Relationship Id="rId45" Type="http://schemas.openxmlformats.org/officeDocument/2006/relationships/font" Target="fonts/font27.fntdata"/><Relationship Id="rId15" Type="http://schemas.openxmlformats.org/officeDocument/2006/relationships/slide" Target="slides/slide11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openxmlformats.org/officeDocument/2006/relationships/font" Target="fonts/font18.fntdata"/><Relationship Id="rId49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4" Type="http://schemas.openxmlformats.org/officeDocument/2006/relationships/font" Target="fonts/font26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font" Target="fonts/font17.fntdata"/><Relationship Id="rId43" Type="http://schemas.openxmlformats.org/officeDocument/2006/relationships/font" Target="fonts/font25.fntdata"/><Relationship Id="rId48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25" Type="http://schemas.openxmlformats.org/officeDocument/2006/relationships/font" Target="fonts/font7.fntdata"/><Relationship Id="rId33" Type="http://schemas.openxmlformats.org/officeDocument/2006/relationships/font" Target="fonts/font15.fntdata"/><Relationship Id="rId38" Type="http://schemas.openxmlformats.org/officeDocument/2006/relationships/font" Target="fonts/font20.fntdata"/><Relationship Id="rId46" Type="http://schemas.openxmlformats.org/officeDocument/2006/relationships/font" Target="fonts/font28.fntdata"/><Relationship Id="rId20" Type="http://schemas.openxmlformats.org/officeDocument/2006/relationships/font" Target="fonts/font2.fntdata"/><Relationship Id="rId41" Type="http://schemas.openxmlformats.org/officeDocument/2006/relationships/font" Target="fonts/font23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  <Relationship Id="rId52" Type="http://schemas.openxmlformats.org/officeDocument/2006/relationships/slide" Target="slides/slide14.xml"/>
  <Relationship Id="rId53" Type="http://schemas.openxmlformats.org/officeDocument/2006/relationships/slide" Target="slides/slide15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6d79de46e5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ES"/>
              <a:t>Hola, somos [nombres]. Os presentamos Lagun: una app de bienestar emocional para jóvenes de 13 a 25 años. Su mascota es Igel, una rana que te acompaña. Y lo más importante: sin rachas, sin notas y sin presión.</a:t>
            </a:r>
          </a:p>
        </p:txBody>
      </p:sp>
      <p:sp>
        <p:nvSpPr>
          <p:cNvPr id="119" name="Google Shape;119;g36d79de46e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ES"/>
              <a:t>Según UNICEF, más de 1 de cada 7 adolescentes vive con un trastorno mental diagnosticado. Y muchos más lo pasan mal sin diagnóstico y sin pedir ayuda.</a:t>
            </a:r>
          </a:p>
        </p:txBody>
      </p:sp>
      <p:sp>
        <p:nvSpPr>
          <p:cNvPr id="133" name="Google Shape;1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ES"/>
              <a:t>El problema: muchos jóvenes no cuentan cómo se sienten. La presión se acumula, sobre todo en época de exámenes. Y las apps que existen están pensadas para adultos y añaden presión con rachas y metas.</a:t>
            </a:r>
          </a:p>
        </p:txBody>
      </p:sp>
      <p:sp>
        <p:nvSpPr>
          <p:cNvPr id="144" name="Google Shape;14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ES"/>
              <a:t>Nuestro usuario: jóvenes de 13 a 25 años. Al entrar, Igel les pregunta su idioma (castellano, catalán, euskera, gallego o inglés) y hace un cuestionario corto para saber qué temas les preocupan más. También pensamos en los institutos como aliados.</a:t>
            </a:r>
          </a:p>
        </p:txBody>
      </p:sp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af027dcdef_0_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ES"/>
              <a:t>La idea: Lagun, una app gratuita que funciona desde el navegador, sin descargar nada. Tiene cuatro áreas: estudios, social, familia e identidad. Y está en cinco idiomas.</a:t>
            </a:r>
          </a:p>
        </p:txBody>
      </p:sp>
      <p:sp>
        <p:nvSpPr>
          <p:cNvPr id="168" name="Google Shape;168;g3af027dcde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af027dcdef_0_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ES"/>
              <a:t>¿Por qué es valioso? Uno: sin presión, entras cuando lo necesitas. Dos: la IA no es genérica, está preparada para cada tema y usa tus datos, como tus exámenes. Tres: la seguridad va primero; si detecta una crisis, enseña ayuda real al momento.</a:t>
            </a:r>
          </a:p>
        </p:txBody>
      </p:sp>
      <p:sp>
        <p:nvSpPr>
          <p:cNvPr id="181" name="Google Shape;181;g3af027dcdef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af027dcdef_0_2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ES"/>
              <a:t>Lagun será siempre gratis para los jóvenes. La tienda de Igel usa puntos, no dinero. Para sostenerlo exploramos licencias para institutos y ayuntamientos, que recibirían datos anónimos y agregados, y apoyo de fundaciones. Además, los costes son muy bajos.</a:t>
            </a:r>
          </a:p>
        </p:txBody>
      </p:sp>
      <p:sp>
        <p:nvSpPr>
          <p:cNvPr id="206" name="Google Shape;206;g3af027dcdef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f458572ba6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ES"/>
              <a:t>Para crecer necesitamos aliados: UNICEF como partner social, psicólogos que revisen el contenido, institutos para hacer pilotos, servicios de ayuda para los casos de riesgo y asociaciones juveniles para diseñar con los propios jóvenes.</a:t>
            </a:r>
          </a:p>
        </p:txBody>
      </p:sp>
      <p:sp>
        <p:nvSpPr>
          <p:cNvPr id="219" name="Google Shape;219;g3f458572ba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ES"/>
              <a:t>Lagun ya funciona. Los próximos pasos: validar los contenidos con psicólogos, hacer un piloto en dos o tres institutos durante un trimestre y medir el impacto para llegar a más centros.</a:t>
            </a:r>
          </a:p>
        </p:txBody>
      </p:sp>
      <p:sp>
        <p:nvSpPr>
          <p:cNvPr id="232" name="Google Shape;23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af027dcdef_0_4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ES"/>
              <a:t>Nuestro mensaje es el lema de la app: lo que sientes importa, aquí tienes tu espacio. Y os pedimos algo concreto: ayudadnos a probar Lagun en institutos.</a:t>
            </a:r>
          </a:p>
        </p:txBody>
      </p:sp>
      <p:sp>
        <p:nvSpPr>
          <p:cNvPr id="257" name="Google Shape;257;g3af027dcdef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ES"/>
              <a:t>¡Muchas gracias! ¿Preguntas?</a:t>
            </a:r>
          </a:p>
        </p:txBody>
      </p:sp>
      <p:sp>
        <p:nvSpPr>
          <p:cNvPr id="270" name="Google Shape;27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Subtitle" type="tx">
  <p:cSld name="TITLE_AND_BODY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1555750" y="2678112"/>
            <a:ext cx="18224500" cy="40671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00"/>
              <a:buFont typeface="Helvetica Neue"/>
              <a:buNone/>
              <a:defRPr sz="108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1555750" y="6856412"/>
            <a:ext cx="18224500" cy="1389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Helvetica Neue"/>
              <a:buNone/>
              <a:defRPr sz="52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Helvetica Neue"/>
              <a:buNone/>
              <a:defRPr sz="52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Helvetica Neue"/>
              <a:buNone/>
              <a:defRPr sz="52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Helvetica Neue"/>
              <a:buNone/>
              <a:defRPr sz="52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Helvetica Neue"/>
              <a:buNone/>
              <a:defRPr sz="520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6pPr>
            <a:lvl7pPr marL="3200400" lvl="6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7pPr>
            <a:lvl8pPr marL="3657600" lvl="7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8pPr>
            <a:lvl9pPr marL="4114800" lvl="8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9pPr>
          </a:lstStyle>
          <a:p>
            <a:endParaRPr/>
          </a:p>
        </p:txBody>
      </p:sp>
      <p:sp>
        <p:nvSpPr>
          <p:cNvPr id="12" name="Google Shape;12;p15"/>
          <p:cNvSpPr txBox="1">
            <a:spLocks noGrp="1"/>
          </p:cNvSpPr>
          <p:nvPr>
            <p:ph type="sldNum" idx="12"/>
          </p:nvPr>
        </p:nvSpPr>
        <p:spPr>
          <a:xfrm>
            <a:off x="10456297" y="12112625"/>
            <a:ext cx="412294" cy="4236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Helvetica Neue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Helvetica Neue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Helvetica Neue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Helvetica Neue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Helvetica Neue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Helvetica Neue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Helvetica Neue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Helvetica Neue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Helvetica Neue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 sz="2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>
  <p:cSld name="En blanco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10439400" y="12687300"/>
            <a:ext cx="444500" cy="4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500" tIns="63500" rIns="63500" bIns="635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subtítulo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>
            <a:spLocks noGrp="1"/>
          </p:cNvSpPr>
          <p:nvPr>
            <p:ph type="title"/>
          </p:nvPr>
        </p:nvSpPr>
        <p:spPr>
          <a:xfrm>
            <a:off x="1981200" y="2235200"/>
            <a:ext cx="17360900" cy="4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7"/>
          <p:cNvSpPr txBox="1">
            <a:spLocks noGrp="1"/>
          </p:cNvSpPr>
          <p:nvPr>
            <p:ph type="body" idx="1"/>
          </p:nvPr>
        </p:nvSpPr>
        <p:spPr>
          <a:xfrm>
            <a:off x="1981200" y="6870700"/>
            <a:ext cx="17360900" cy="154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2pPr>
            <a:lvl3pPr marL="1371600" lvl="2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3pPr>
            <a:lvl4pPr marL="1828800" lvl="3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4pPr>
            <a:lvl5pPr marL="2286000" lvl="4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5pPr>
            <a:lvl6pPr marL="2743200" lvl="5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6pPr>
            <a:lvl7pPr marL="3200400" lvl="6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7pPr>
            <a:lvl8pPr marL="3657600" lvl="7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8pPr>
            <a:lvl9pPr marL="4114800" lvl="8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sldNum" idx="12"/>
          </p:nvPr>
        </p:nvSpPr>
        <p:spPr>
          <a:xfrm>
            <a:off x="10439400" y="12687300"/>
            <a:ext cx="444500" cy="4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500" tIns="63500" rIns="63500" bIns="635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viñetas">
  <p:cSld name="Título y viñetas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8"/>
          <p:cNvSpPr txBox="1">
            <a:spLocks noGrp="1"/>
          </p:cNvSpPr>
          <p:nvPr>
            <p:ph type="title"/>
          </p:nvPr>
        </p:nvSpPr>
        <p:spPr>
          <a:xfrm>
            <a:off x="1981200" y="342900"/>
            <a:ext cx="17360900" cy="33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body" idx="1"/>
          </p:nvPr>
        </p:nvSpPr>
        <p:spPr>
          <a:xfrm>
            <a:off x="1981200" y="3784600"/>
            <a:ext cx="17360900" cy="78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>
            <a:lvl1pPr marL="457200" lvl="0" indent="-424053" algn="l">
              <a:lnSpc>
                <a:spcPct val="100000"/>
              </a:lnSpc>
              <a:spcBef>
                <a:spcPts val="33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1pPr>
            <a:lvl2pPr marL="914400" lvl="1" indent="-424053" algn="l">
              <a:lnSpc>
                <a:spcPct val="100000"/>
              </a:lnSpc>
              <a:spcBef>
                <a:spcPts val="33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2pPr>
            <a:lvl3pPr marL="1371600" lvl="2" indent="-424053" algn="l">
              <a:lnSpc>
                <a:spcPct val="100000"/>
              </a:lnSpc>
              <a:spcBef>
                <a:spcPts val="33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3pPr>
            <a:lvl4pPr marL="1828800" lvl="3" indent="-424053" algn="l">
              <a:lnSpc>
                <a:spcPct val="100000"/>
              </a:lnSpc>
              <a:spcBef>
                <a:spcPts val="33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4pPr>
            <a:lvl5pPr marL="2286000" lvl="4" indent="-424053" algn="l">
              <a:lnSpc>
                <a:spcPct val="100000"/>
              </a:lnSpc>
              <a:spcBef>
                <a:spcPts val="33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5pPr>
            <a:lvl6pPr marL="2743200" lvl="5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6pPr>
            <a:lvl7pPr marL="3200400" lvl="6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7pPr>
            <a:lvl8pPr marL="3657600" lvl="7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8pPr>
            <a:lvl9pPr marL="4114800" lvl="8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sldNum" idx="12"/>
          </p:nvPr>
        </p:nvSpPr>
        <p:spPr>
          <a:xfrm>
            <a:off x="10439400" y="12687300"/>
            <a:ext cx="444500" cy="4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500" tIns="63500" rIns="63500" bIns="635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viñetas (2 columnas)">
  <p:cSld name="Título y viñetas (2 columnas)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 txBox="1">
            <a:spLocks noGrp="1"/>
          </p:cNvSpPr>
          <p:nvPr>
            <p:ph type="title"/>
          </p:nvPr>
        </p:nvSpPr>
        <p:spPr>
          <a:xfrm>
            <a:off x="1981200" y="342900"/>
            <a:ext cx="17360900" cy="33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body" idx="1"/>
          </p:nvPr>
        </p:nvSpPr>
        <p:spPr>
          <a:xfrm>
            <a:off x="1981200" y="3784600"/>
            <a:ext cx="17360900" cy="78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lvl="0" indent="-684657" algn="l">
              <a:lnSpc>
                <a:spcPct val="100000"/>
              </a:lnSpc>
              <a:spcBef>
                <a:spcPts val="5200"/>
              </a:spcBef>
              <a:spcAft>
                <a:spcPts val="0"/>
              </a:spcAft>
              <a:buClr>
                <a:srgbClr val="000000"/>
              </a:buClr>
              <a:buSzPts val="7182"/>
              <a:buFont typeface="Arial"/>
              <a:buChar char="•"/>
              <a:defRPr sz="4200"/>
            </a:lvl1pPr>
            <a:lvl2pPr marL="914400" lvl="1" indent="-684657" algn="l">
              <a:lnSpc>
                <a:spcPct val="100000"/>
              </a:lnSpc>
              <a:spcBef>
                <a:spcPts val="5200"/>
              </a:spcBef>
              <a:spcAft>
                <a:spcPts val="0"/>
              </a:spcAft>
              <a:buClr>
                <a:srgbClr val="000000"/>
              </a:buClr>
              <a:buSzPts val="7182"/>
              <a:buFont typeface="Arial"/>
              <a:buChar char="•"/>
              <a:defRPr sz="4200"/>
            </a:lvl2pPr>
            <a:lvl3pPr marL="1371600" lvl="2" indent="-684657" algn="l">
              <a:lnSpc>
                <a:spcPct val="100000"/>
              </a:lnSpc>
              <a:spcBef>
                <a:spcPts val="5200"/>
              </a:spcBef>
              <a:spcAft>
                <a:spcPts val="0"/>
              </a:spcAft>
              <a:buClr>
                <a:srgbClr val="000000"/>
              </a:buClr>
              <a:buSzPts val="7182"/>
              <a:buFont typeface="Arial"/>
              <a:buChar char="•"/>
              <a:defRPr sz="4200"/>
            </a:lvl3pPr>
            <a:lvl4pPr marL="1828800" lvl="3" indent="-684657" algn="l">
              <a:lnSpc>
                <a:spcPct val="100000"/>
              </a:lnSpc>
              <a:spcBef>
                <a:spcPts val="5200"/>
              </a:spcBef>
              <a:spcAft>
                <a:spcPts val="0"/>
              </a:spcAft>
              <a:buClr>
                <a:srgbClr val="000000"/>
              </a:buClr>
              <a:buSzPts val="7182"/>
              <a:buFont typeface="Arial"/>
              <a:buChar char="•"/>
              <a:defRPr sz="4200"/>
            </a:lvl4pPr>
            <a:lvl5pPr marL="2286000" lvl="4" indent="-684657" algn="l">
              <a:lnSpc>
                <a:spcPct val="100000"/>
              </a:lnSpc>
              <a:spcBef>
                <a:spcPts val="5200"/>
              </a:spcBef>
              <a:spcAft>
                <a:spcPts val="0"/>
              </a:spcAft>
              <a:buClr>
                <a:srgbClr val="000000"/>
              </a:buClr>
              <a:buSzPts val="7182"/>
              <a:buFont typeface="Arial"/>
              <a:buChar char="•"/>
              <a:defRPr sz="4200"/>
            </a:lvl5pPr>
            <a:lvl6pPr marL="2743200" lvl="5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6pPr>
            <a:lvl7pPr marL="3200400" lvl="6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7pPr>
            <a:lvl8pPr marL="3657600" lvl="7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8pPr>
            <a:lvl9pPr marL="4114800" lvl="8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sldNum" idx="12"/>
          </p:nvPr>
        </p:nvSpPr>
        <p:spPr>
          <a:xfrm>
            <a:off x="10439400" y="12687300"/>
            <a:ext cx="444500" cy="4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500" tIns="63500" rIns="63500" bIns="635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iñetas">
  <p:cSld name="Viñeta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0"/>
          <p:cNvSpPr txBox="1">
            <a:spLocks noGrp="1"/>
          </p:cNvSpPr>
          <p:nvPr>
            <p:ph type="body" idx="1"/>
          </p:nvPr>
        </p:nvSpPr>
        <p:spPr>
          <a:xfrm>
            <a:off x="1981200" y="1727200"/>
            <a:ext cx="17360900" cy="98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>
            <a:lvl1pPr marL="457200" lvl="0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1pPr>
            <a:lvl2pPr marL="914400" lvl="1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2pPr>
            <a:lvl3pPr marL="1371600" lvl="2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3pPr>
            <a:lvl4pPr marL="1828800" lvl="3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4pPr>
            <a:lvl5pPr marL="2286000" lvl="4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5pPr>
            <a:lvl6pPr marL="2743200" lvl="5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6pPr>
            <a:lvl7pPr marL="3200400" lvl="6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7pPr>
            <a:lvl8pPr marL="3657600" lvl="7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8pPr>
            <a:lvl9pPr marL="4114800" lvl="8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0"/>
          <p:cNvSpPr txBox="1">
            <a:spLocks noGrp="1"/>
          </p:cNvSpPr>
          <p:nvPr>
            <p:ph type="sldNum" idx="12"/>
          </p:nvPr>
        </p:nvSpPr>
        <p:spPr>
          <a:xfrm>
            <a:off x="10439400" y="12687300"/>
            <a:ext cx="444500" cy="4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500" tIns="63500" rIns="63500" bIns="635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(arriba)">
  <p:cSld name="Título (arriba)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1"/>
          <p:cNvSpPr txBox="1">
            <a:spLocks noGrp="1"/>
          </p:cNvSpPr>
          <p:nvPr>
            <p:ph type="title"/>
          </p:nvPr>
        </p:nvSpPr>
        <p:spPr>
          <a:xfrm>
            <a:off x="1981200" y="342900"/>
            <a:ext cx="17360900" cy="33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1"/>
          <p:cNvSpPr txBox="1">
            <a:spLocks noGrp="1"/>
          </p:cNvSpPr>
          <p:nvPr>
            <p:ph type="sldNum" idx="12"/>
          </p:nvPr>
        </p:nvSpPr>
        <p:spPr>
          <a:xfrm>
            <a:off x="10439400" y="12687300"/>
            <a:ext cx="444500" cy="4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500" tIns="63500" rIns="63500" bIns="635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(centro)">
  <p:cSld name="Título (centro)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2"/>
          <p:cNvSpPr txBox="1">
            <a:spLocks noGrp="1"/>
          </p:cNvSpPr>
          <p:nvPr>
            <p:ph type="title"/>
          </p:nvPr>
        </p:nvSpPr>
        <p:spPr>
          <a:xfrm>
            <a:off x="1981200" y="4064000"/>
            <a:ext cx="17360900" cy="520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2"/>
          <p:cNvSpPr txBox="1">
            <a:spLocks noGrp="1"/>
          </p:cNvSpPr>
          <p:nvPr>
            <p:ph type="sldNum" idx="12"/>
          </p:nvPr>
        </p:nvSpPr>
        <p:spPr>
          <a:xfrm>
            <a:off x="10439400" y="12687300"/>
            <a:ext cx="444500" cy="4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500" tIns="63500" rIns="63500" bIns="635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to (horizontal)">
  <p:cSld name="Foto (horizontal)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3"/>
          <p:cNvSpPr>
            <a:spLocks noGrp="1"/>
          </p:cNvSpPr>
          <p:nvPr>
            <p:ph type="pic" idx="2"/>
          </p:nvPr>
        </p:nvSpPr>
        <p:spPr>
          <a:xfrm>
            <a:off x="5397500" y="2882900"/>
            <a:ext cx="10528301" cy="6531233"/>
          </a:xfrm>
          <a:prstGeom prst="rect">
            <a:avLst/>
          </a:prstGeom>
          <a:noFill/>
          <a:ln>
            <a:noFill/>
          </a:ln>
        </p:spPr>
      </p:sp>
      <p:sp>
        <p:nvSpPr>
          <p:cNvPr id="38" name="Google Shape;38;p23"/>
          <p:cNvSpPr txBox="1">
            <a:spLocks noGrp="1"/>
          </p:cNvSpPr>
          <p:nvPr>
            <p:ph type="title"/>
          </p:nvPr>
        </p:nvSpPr>
        <p:spPr>
          <a:xfrm>
            <a:off x="1981200" y="10071100"/>
            <a:ext cx="17360900" cy="232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3"/>
          <p:cNvSpPr txBox="1">
            <a:spLocks noGrp="1"/>
          </p:cNvSpPr>
          <p:nvPr>
            <p:ph type="sldNum" idx="12"/>
          </p:nvPr>
        </p:nvSpPr>
        <p:spPr>
          <a:xfrm>
            <a:off x="10439400" y="12687300"/>
            <a:ext cx="444500" cy="4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500" tIns="63500" rIns="63500" bIns="635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to (reflejo horizontal)">
  <p:cSld name="Foto (reflejo horizontal)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4"/>
          <p:cNvSpPr>
            <a:spLocks noGrp="1"/>
          </p:cNvSpPr>
          <p:nvPr>
            <p:ph type="pic" idx="2"/>
          </p:nvPr>
        </p:nvSpPr>
        <p:spPr>
          <a:xfrm>
            <a:off x="5397500" y="2882900"/>
            <a:ext cx="10528301" cy="6531233"/>
          </a:xfrm>
          <a:prstGeom prst="rect">
            <a:avLst/>
          </a:prstGeom>
          <a:noFill/>
          <a:ln>
            <a:noFill/>
          </a:ln>
          <a:effectLst>
            <a:reflection stA="50000" endPos="40000" sy="-100000" algn="bl" rotWithShape="0"/>
          </a:effectLst>
        </p:spPr>
      </p:sp>
      <p:sp>
        <p:nvSpPr>
          <p:cNvPr id="42" name="Google Shape;42;p24"/>
          <p:cNvSpPr txBox="1">
            <a:spLocks noGrp="1"/>
          </p:cNvSpPr>
          <p:nvPr>
            <p:ph type="title"/>
          </p:nvPr>
        </p:nvSpPr>
        <p:spPr>
          <a:xfrm>
            <a:off x="1981200" y="10071100"/>
            <a:ext cx="17360900" cy="232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4"/>
          <p:cNvSpPr txBox="1">
            <a:spLocks noGrp="1"/>
          </p:cNvSpPr>
          <p:nvPr>
            <p:ph type="sldNum" idx="12"/>
          </p:nvPr>
        </p:nvSpPr>
        <p:spPr>
          <a:xfrm>
            <a:off x="10439400" y="12687300"/>
            <a:ext cx="444500" cy="4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500" tIns="63500" rIns="63500" bIns="635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to (vertical)">
  <p:cSld name="Foto (vertical)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5"/>
          <p:cNvSpPr>
            <a:spLocks noGrp="1"/>
          </p:cNvSpPr>
          <p:nvPr>
            <p:ph type="pic" idx="2"/>
          </p:nvPr>
        </p:nvSpPr>
        <p:spPr>
          <a:xfrm>
            <a:off x="12103100" y="1651000"/>
            <a:ext cx="6629400" cy="9950613"/>
          </a:xfrm>
          <a:prstGeom prst="rect">
            <a:avLst/>
          </a:prstGeom>
          <a:noFill/>
          <a:ln>
            <a:noFill/>
          </a:ln>
        </p:spPr>
      </p:sp>
      <p:sp>
        <p:nvSpPr>
          <p:cNvPr id="46" name="Google Shape;46;p25"/>
          <p:cNvSpPr txBox="1">
            <a:spLocks noGrp="1"/>
          </p:cNvSpPr>
          <p:nvPr>
            <p:ph type="title"/>
          </p:nvPr>
        </p:nvSpPr>
        <p:spPr>
          <a:xfrm>
            <a:off x="1981200" y="2082800"/>
            <a:ext cx="9652000" cy="4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400"/>
              <a:buFont typeface="Arial"/>
              <a:buNone/>
              <a:defRPr sz="9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5"/>
          <p:cNvSpPr txBox="1">
            <a:spLocks noGrp="1"/>
          </p:cNvSpPr>
          <p:nvPr>
            <p:ph type="body" idx="1"/>
          </p:nvPr>
        </p:nvSpPr>
        <p:spPr>
          <a:xfrm>
            <a:off x="1981200" y="6705600"/>
            <a:ext cx="9652000" cy="4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Arial"/>
              <a:buNone/>
              <a:defRPr sz="46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Arial"/>
              <a:buNone/>
              <a:defRPr sz="4600"/>
            </a:lvl2pPr>
            <a:lvl3pPr marL="1371600" lvl="2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Arial"/>
              <a:buNone/>
              <a:defRPr sz="4600"/>
            </a:lvl3pPr>
            <a:lvl4pPr marL="1828800" lvl="3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Arial"/>
              <a:buNone/>
              <a:defRPr sz="4600"/>
            </a:lvl4pPr>
            <a:lvl5pPr marL="2286000" lvl="4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Arial"/>
              <a:buNone/>
              <a:defRPr sz="4600"/>
            </a:lvl5pPr>
            <a:lvl6pPr marL="2743200" lvl="5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6pPr>
            <a:lvl7pPr marL="3200400" lvl="6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7pPr>
            <a:lvl8pPr marL="3657600" lvl="7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8pPr>
            <a:lvl9pPr marL="4114800" lvl="8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25"/>
          <p:cNvSpPr txBox="1">
            <a:spLocks noGrp="1"/>
          </p:cNvSpPr>
          <p:nvPr>
            <p:ph type="sldNum" idx="12"/>
          </p:nvPr>
        </p:nvSpPr>
        <p:spPr>
          <a:xfrm>
            <a:off x="10439400" y="12687300"/>
            <a:ext cx="444500" cy="4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500" tIns="63500" rIns="63500" bIns="635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to (reflejo vertical)">
  <p:cSld name="Foto (reflejo vertical)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>
            <a:spLocks noGrp="1"/>
          </p:cNvSpPr>
          <p:nvPr>
            <p:ph type="pic" idx="2"/>
          </p:nvPr>
        </p:nvSpPr>
        <p:spPr>
          <a:xfrm>
            <a:off x="12103100" y="1651000"/>
            <a:ext cx="6629400" cy="9950613"/>
          </a:xfrm>
          <a:prstGeom prst="rect">
            <a:avLst/>
          </a:prstGeom>
          <a:noFill/>
          <a:ln>
            <a:noFill/>
          </a:ln>
          <a:effectLst>
            <a:reflection stA="50000" endPos="40000" sy="-100000" algn="bl" rotWithShape="0"/>
          </a:effectLst>
        </p:spPr>
      </p:sp>
      <p:sp>
        <p:nvSpPr>
          <p:cNvPr id="51" name="Google Shape;51;p26"/>
          <p:cNvSpPr txBox="1">
            <a:spLocks noGrp="1"/>
          </p:cNvSpPr>
          <p:nvPr>
            <p:ph type="title"/>
          </p:nvPr>
        </p:nvSpPr>
        <p:spPr>
          <a:xfrm>
            <a:off x="1981200" y="2082800"/>
            <a:ext cx="9652000" cy="4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400"/>
              <a:buFont typeface="Arial"/>
              <a:buNone/>
              <a:defRPr sz="9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body" idx="1"/>
          </p:nvPr>
        </p:nvSpPr>
        <p:spPr>
          <a:xfrm>
            <a:off x="1981200" y="6705600"/>
            <a:ext cx="9652000" cy="4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Arial"/>
              <a:buNone/>
              <a:defRPr sz="46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Arial"/>
              <a:buNone/>
              <a:defRPr sz="4600"/>
            </a:lvl2pPr>
            <a:lvl3pPr marL="1371600" lvl="2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Arial"/>
              <a:buNone/>
              <a:defRPr sz="4600"/>
            </a:lvl3pPr>
            <a:lvl4pPr marL="1828800" lvl="3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Arial"/>
              <a:buNone/>
              <a:defRPr sz="4600"/>
            </a:lvl4pPr>
            <a:lvl5pPr marL="2286000" lvl="4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600"/>
              <a:buFont typeface="Arial"/>
              <a:buNone/>
              <a:defRPr sz="4600"/>
            </a:lvl5pPr>
            <a:lvl6pPr marL="2743200" lvl="5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6pPr>
            <a:lvl7pPr marL="3200400" lvl="6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7pPr>
            <a:lvl8pPr marL="3657600" lvl="7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8pPr>
            <a:lvl9pPr marL="4114800" lvl="8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sldNum" idx="12"/>
          </p:nvPr>
        </p:nvSpPr>
        <p:spPr>
          <a:xfrm>
            <a:off x="10439400" y="12687300"/>
            <a:ext cx="444500" cy="4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500" tIns="63500" rIns="63500" bIns="635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, viñetas y foto">
  <p:cSld name="Título, viñetas y foto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7"/>
          <p:cNvSpPr>
            <a:spLocks noGrp="1"/>
          </p:cNvSpPr>
          <p:nvPr>
            <p:ph type="pic" idx="2"/>
          </p:nvPr>
        </p:nvSpPr>
        <p:spPr>
          <a:xfrm>
            <a:off x="12573000" y="3454400"/>
            <a:ext cx="5702300" cy="8559052"/>
          </a:xfrm>
          <a:prstGeom prst="rect">
            <a:avLst/>
          </a:prstGeom>
          <a:noFill/>
          <a:ln>
            <a:noFill/>
          </a:ln>
        </p:spPr>
      </p:sp>
      <p:sp>
        <p:nvSpPr>
          <p:cNvPr id="56" name="Google Shape;56;p27"/>
          <p:cNvSpPr txBox="1">
            <a:spLocks noGrp="1"/>
          </p:cNvSpPr>
          <p:nvPr>
            <p:ph type="title"/>
          </p:nvPr>
        </p:nvSpPr>
        <p:spPr>
          <a:xfrm>
            <a:off x="1981200" y="342900"/>
            <a:ext cx="17360900" cy="33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7"/>
          <p:cNvSpPr txBox="1">
            <a:spLocks noGrp="1"/>
          </p:cNvSpPr>
          <p:nvPr>
            <p:ph type="body" idx="1"/>
          </p:nvPr>
        </p:nvSpPr>
        <p:spPr>
          <a:xfrm>
            <a:off x="1981200" y="3784600"/>
            <a:ext cx="8458200" cy="78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>
            <a:lvl1pPr marL="457200" lvl="0" indent="-684657" algn="l">
              <a:lnSpc>
                <a:spcPct val="100000"/>
              </a:lnSpc>
              <a:spcBef>
                <a:spcPts val="5200"/>
              </a:spcBef>
              <a:spcAft>
                <a:spcPts val="0"/>
              </a:spcAft>
              <a:buClr>
                <a:srgbClr val="000000"/>
              </a:buClr>
              <a:buSzPts val="7182"/>
              <a:buFont typeface="Arial"/>
              <a:buChar char="•"/>
              <a:defRPr sz="4200"/>
            </a:lvl1pPr>
            <a:lvl2pPr marL="914400" lvl="1" indent="-684657" algn="l">
              <a:lnSpc>
                <a:spcPct val="100000"/>
              </a:lnSpc>
              <a:spcBef>
                <a:spcPts val="5200"/>
              </a:spcBef>
              <a:spcAft>
                <a:spcPts val="0"/>
              </a:spcAft>
              <a:buClr>
                <a:srgbClr val="000000"/>
              </a:buClr>
              <a:buSzPts val="7182"/>
              <a:buFont typeface="Arial"/>
              <a:buChar char="•"/>
              <a:defRPr sz="4200"/>
            </a:lvl2pPr>
            <a:lvl3pPr marL="1371600" lvl="2" indent="-684657" algn="l">
              <a:lnSpc>
                <a:spcPct val="100000"/>
              </a:lnSpc>
              <a:spcBef>
                <a:spcPts val="5200"/>
              </a:spcBef>
              <a:spcAft>
                <a:spcPts val="0"/>
              </a:spcAft>
              <a:buClr>
                <a:srgbClr val="000000"/>
              </a:buClr>
              <a:buSzPts val="7182"/>
              <a:buFont typeface="Arial"/>
              <a:buChar char="•"/>
              <a:defRPr sz="4200"/>
            </a:lvl3pPr>
            <a:lvl4pPr marL="1828800" lvl="3" indent="-684657" algn="l">
              <a:lnSpc>
                <a:spcPct val="100000"/>
              </a:lnSpc>
              <a:spcBef>
                <a:spcPts val="5200"/>
              </a:spcBef>
              <a:spcAft>
                <a:spcPts val="0"/>
              </a:spcAft>
              <a:buClr>
                <a:srgbClr val="000000"/>
              </a:buClr>
              <a:buSzPts val="7182"/>
              <a:buFont typeface="Arial"/>
              <a:buChar char="•"/>
              <a:defRPr sz="4200"/>
            </a:lvl4pPr>
            <a:lvl5pPr marL="2286000" lvl="4" indent="-684657" algn="l">
              <a:lnSpc>
                <a:spcPct val="100000"/>
              </a:lnSpc>
              <a:spcBef>
                <a:spcPts val="5200"/>
              </a:spcBef>
              <a:spcAft>
                <a:spcPts val="0"/>
              </a:spcAft>
              <a:buClr>
                <a:srgbClr val="000000"/>
              </a:buClr>
              <a:buSzPts val="7182"/>
              <a:buFont typeface="Arial"/>
              <a:buChar char="•"/>
              <a:defRPr sz="4200"/>
            </a:lvl5pPr>
            <a:lvl6pPr marL="2743200" lvl="5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6pPr>
            <a:lvl7pPr marL="3200400" lvl="6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7pPr>
            <a:lvl8pPr marL="3657600" lvl="7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8pPr>
            <a:lvl9pPr marL="4114800" lvl="8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27"/>
          <p:cNvSpPr txBox="1">
            <a:spLocks noGrp="1"/>
          </p:cNvSpPr>
          <p:nvPr>
            <p:ph type="sldNum" idx="12"/>
          </p:nvPr>
        </p:nvSpPr>
        <p:spPr>
          <a:xfrm>
            <a:off x="10439400" y="12687300"/>
            <a:ext cx="444500" cy="4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500" tIns="63500" rIns="63500" bIns="635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viñetas (izquierda)">
  <p:cSld name="Título y viñetas (izquierda)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8"/>
          <p:cNvSpPr txBox="1">
            <a:spLocks noGrp="1"/>
          </p:cNvSpPr>
          <p:nvPr>
            <p:ph type="title"/>
          </p:nvPr>
        </p:nvSpPr>
        <p:spPr>
          <a:xfrm>
            <a:off x="1981200" y="342900"/>
            <a:ext cx="17360900" cy="33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8"/>
          <p:cNvSpPr txBox="1">
            <a:spLocks noGrp="1"/>
          </p:cNvSpPr>
          <p:nvPr>
            <p:ph type="body" idx="1"/>
          </p:nvPr>
        </p:nvSpPr>
        <p:spPr>
          <a:xfrm>
            <a:off x="1981200" y="3784600"/>
            <a:ext cx="8458200" cy="78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>
            <a:lvl1pPr marL="457200" lvl="0" indent="-684657" algn="l">
              <a:lnSpc>
                <a:spcPct val="100000"/>
              </a:lnSpc>
              <a:spcBef>
                <a:spcPts val="5200"/>
              </a:spcBef>
              <a:spcAft>
                <a:spcPts val="0"/>
              </a:spcAft>
              <a:buClr>
                <a:srgbClr val="000000"/>
              </a:buClr>
              <a:buSzPts val="7182"/>
              <a:buFont typeface="Arial"/>
              <a:buChar char="•"/>
              <a:defRPr sz="4200"/>
            </a:lvl1pPr>
            <a:lvl2pPr marL="914400" lvl="1" indent="-684657" algn="l">
              <a:lnSpc>
                <a:spcPct val="100000"/>
              </a:lnSpc>
              <a:spcBef>
                <a:spcPts val="5200"/>
              </a:spcBef>
              <a:spcAft>
                <a:spcPts val="0"/>
              </a:spcAft>
              <a:buClr>
                <a:srgbClr val="000000"/>
              </a:buClr>
              <a:buSzPts val="7182"/>
              <a:buFont typeface="Arial"/>
              <a:buChar char="•"/>
              <a:defRPr sz="4200"/>
            </a:lvl2pPr>
            <a:lvl3pPr marL="1371600" lvl="2" indent="-684657" algn="l">
              <a:lnSpc>
                <a:spcPct val="100000"/>
              </a:lnSpc>
              <a:spcBef>
                <a:spcPts val="5200"/>
              </a:spcBef>
              <a:spcAft>
                <a:spcPts val="0"/>
              </a:spcAft>
              <a:buClr>
                <a:srgbClr val="000000"/>
              </a:buClr>
              <a:buSzPts val="7182"/>
              <a:buFont typeface="Arial"/>
              <a:buChar char="•"/>
              <a:defRPr sz="4200"/>
            </a:lvl3pPr>
            <a:lvl4pPr marL="1828800" lvl="3" indent="-684657" algn="l">
              <a:lnSpc>
                <a:spcPct val="100000"/>
              </a:lnSpc>
              <a:spcBef>
                <a:spcPts val="5200"/>
              </a:spcBef>
              <a:spcAft>
                <a:spcPts val="0"/>
              </a:spcAft>
              <a:buClr>
                <a:srgbClr val="000000"/>
              </a:buClr>
              <a:buSzPts val="7182"/>
              <a:buFont typeface="Arial"/>
              <a:buChar char="•"/>
              <a:defRPr sz="4200"/>
            </a:lvl4pPr>
            <a:lvl5pPr marL="2286000" lvl="4" indent="-684657" algn="l">
              <a:lnSpc>
                <a:spcPct val="100000"/>
              </a:lnSpc>
              <a:spcBef>
                <a:spcPts val="5200"/>
              </a:spcBef>
              <a:spcAft>
                <a:spcPts val="0"/>
              </a:spcAft>
              <a:buClr>
                <a:srgbClr val="000000"/>
              </a:buClr>
              <a:buSzPts val="7182"/>
              <a:buFont typeface="Arial"/>
              <a:buChar char="•"/>
              <a:defRPr sz="4200"/>
            </a:lvl5pPr>
            <a:lvl6pPr marL="2743200" lvl="5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6pPr>
            <a:lvl7pPr marL="3200400" lvl="6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7pPr>
            <a:lvl8pPr marL="3657600" lvl="7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8pPr>
            <a:lvl9pPr marL="4114800" lvl="8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28"/>
          <p:cNvSpPr txBox="1">
            <a:spLocks noGrp="1"/>
          </p:cNvSpPr>
          <p:nvPr>
            <p:ph type="sldNum" idx="12"/>
          </p:nvPr>
        </p:nvSpPr>
        <p:spPr>
          <a:xfrm>
            <a:off x="10439400" y="12687300"/>
            <a:ext cx="444500" cy="4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500" tIns="63500" rIns="63500" bIns="635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viñetas (derecha)">
  <p:cSld name="Título y viñetas (derecha)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9"/>
          <p:cNvSpPr txBox="1">
            <a:spLocks noGrp="1"/>
          </p:cNvSpPr>
          <p:nvPr>
            <p:ph type="title"/>
          </p:nvPr>
        </p:nvSpPr>
        <p:spPr>
          <a:xfrm>
            <a:off x="1981200" y="342900"/>
            <a:ext cx="17360900" cy="33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9"/>
          <p:cNvSpPr txBox="1">
            <a:spLocks noGrp="1"/>
          </p:cNvSpPr>
          <p:nvPr>
            <p:ph type="body" idx="1"/>
          </p:nvPr>
        </p:nvSpPr>
        <p:spPr>
          <a:xfrm>
            <a:off x="11734800" y="3784600"/>
            <a:ext cx="7607300" cy="78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>
            <a:lvl1pPr marL="457200" lvl="0" indent="-684657" algn="l">
              <a:lnSpc>
                <a:spcPct val="100000"/>
              </a:lnSpc>
              <a:spcBef>
                <a:spcPts val="5200"/>
              </a:spcBef>
              <a:spcAft>
                <a:spcPts val="0"/>
              </a:spcAft>
              <a:buClr>
                <a:srgbClr val="000000"/>
              </a:buClr>
              <a:buSzPts val="7182"/>
              <a:buFont typeface="Arial"/>
              <a:buChar char="•"/>
              <a:defRPr sz="4200"/>
            </a:lvl1pPr>
            <a:lvl2pPr marL="914400" lvl="1" indent="-684657" algn="l">
              <a:lnSpc>
                <a:spcPct val="100000"/>
              </a:lnSpc>
              <a:spcBef>
                <a:spcPts val="5200"/>
              </a:spcBef>
              <a:spcAft>
                <a:spcPts val="0"/>
              </a:spcAft>
              <a:buClr>
                <a:srgbClr val="000000"/>
              </a:buClr>
              <a:buSzPts val="7182"/>
              <a:buFont typeface="Arial"/>
              <a:buChar char="•"/>
              <a:defRPr sz="4200"/>
            </a:lvl2pPr>
            <a:lvl3pPr marL="1371600" lvl="2" indent="-684657" algn="l">
              <a:lnSpc>
                <a:spcPct val="100000"/>
              </a:lnSpc>
              <a:spcBef>
                <a:spcPts val="5200"/>
              </a:spcBef>
              <a:spcAft>
                <a:spcPts val="0"/>
              </a:spcAft>
              <a:buClr>
                <a:srgbClr val="000000"/>
              </a:buClr>
              <a:buSzPts val="7182"/>
              <a:buFont typeface="Arial"/>
              <a:buChar char="•"/>
              <a:defRPr sz="4200"/>
            </a:lvl3pPr>
            <a:lvl4pPr marL="1828800" lvl="3" indent="-684657" algn="l">
              <a:lnSpc>
                <a:spcPct val="100000"/>
              </a:lnSpc>
              <a:spcBef>
                <a:spcPts val="5200"/>
              </a:spcBef>
              <a:spcAft>
                <a:spcPts val="0"/>
              </a:spcAft>
              <a:buClr>
                <a:srgbClr val="000000"/>
              </a:buClr>
              <a:buSzPts val="7182"/>
              <a:buFont typeface="Arial"/>
              <a:buChar char="•"/>
              <a:defRPr sz="4200"/>
            </a:lvl4pPr>
            <a:lvl5pPr marL="2286000" lvl="4" indent="-684657" algn="l">
              <a:lnSpc>
                <a:spcPct val="100000"/>
              </a:lnSpc>
              <a:spcBef>
                <a:spcPts val="5200"/>
              </a:spcBef>
              <a:spcAft>
                <a:spcPts val="0"/>
              </a:spcAft>
              <a:buClr>
                <a:srgbClr val="000000"/>
              </a:buClr>
              <a:buSzPts val="7182"/>
              <a:buFont typeface="Arial"/>
              <a:buChar char="•"/>
              <a:defRPr sz="4200"/>
            </a:lvl5pPr>
            <a:lvl6pPr marL="2743200" lvl="5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6pPr>
            <a:lvl7pPr marL="3200400" lvl="6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7pPr>
            <a:lvl8pPr marL="3657600" lvl="7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8pPr>
            <a:lvl9pPr marL="4114800" lvl="8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29"/>
          <p:cNvSpPr txBox="1">
            <a:spLocks noGrp="1"/>
          </p:cNvSpPr>
          <p:nvPr>
            <p:ph type="sldNum" idx="12"/>
          </p:nvPr>
        </p:nvSpPr>
        <p:spPr>
          <a:xfrm>
            <a:off x="10439400" y="12687300"/>
            <a:ext cx="444500" cy="4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500" tIns="63500" rIns="63500" bIns="635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subtítulo copia">
  <p:cSld name="Título y subtítulo copia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0"/>
          <p:cNvSpPr txBox="1">
            <a:spLocks noGrp="1"/>
          </p:cNvSpPr>
          <p:nvPr>
            <p:ph type="title"/>
          </p:nvPr>
        </p:nvSpPr>
        <p:spPr>
          <a:xfrm>
            <a:off x="2082800" y="2247900"/>
            <a:ext cx="17170401" cy="4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Arial"/>
              <a:buNone/>
              <a:defRPr sz="1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30"/>
          <p:cNvSpPr txBox="1">
            <a:spLocks noGrp="1"/>
          </p:cNvSpPr>
          <p:nvPr>
            <p:ph type="body" idx="1"/>
          </p:nvPr>
        </p:nvSpPr>
        <p:spPr>
          <a:xfrm>
            <a:off x="2082800" y="6870700"/>
            <a:ext cx="17170401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2pPr>
            <a:lvl3pPr marL="1371600" lvl="2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3pPr>
            <a:lvl4pPr marL="1828800" lvl="3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4pPr>
            <a:lvl5pPr marL="2286000" lvl="4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5pPr>
            <a:lvl6pPr marL="2743200" lvl="5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6pPr>
            <a:lvl7pPr marL="3200400" lvl="6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7pPr>
            <a:lvl8pPr marL="3657600" lvl="7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8pPr>
            <a:lvl9pPr marL="4114800" lvl="8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9pPr>
          </a:lstStyle>
          <a:p>
            <a:endParaRPr/>
          </a:p>
        </p:txBody>
      </p:sp>
      <p:sp>
        <p:nvSpPr>
          <p:cNvPr id="70" name="Google Shape;70;p30"/>
          <p:cNvSpPr txBox="1">
            <a:spLocks noGrp="1"/>
          </p:cNvSpPr>
          <p:nvPr>
            <p:ph type="sldNum" idx="12"/>
          </p:nvPr>
        </p:nvSpPr>
        <p:spPr>
          <a:xfrm>
            <a:off x="10458450" y="12750800"/>
            <a:ext cx="393700" cy="43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subtítulo copia 1">
  <p:cSld name="Título y subtítulo copia 1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1"/>
          <p:cNvSpPr txBox="1">
            <a:spLocks noGrp="1"/>
          </p:cNvSpPr>
          <p:nvPr>
            <p:ph type="title"/>
          </p:nvPr>
        </p:nvSpPr>
        <p:spPr>
          <a:xfrm>
            <a:off x="2082800" y="2247900"/>
            <a:ext cx="17170401" cy="4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Arial"/>
              <a:buNone/>
              <a:defRPr sz="1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body" idx="1"/>
          </p:nvPr>
        </p:nvSpPr>
        <p:spPr>
          <a:xfrm>
            <a:off x="2082800" y="6870700"/>
            <a:ext cx="17170401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2pPr>
            <a:lvl3pPr marL="1371600" lvl="2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3pPr>
            <a:lvl4pPr marL="1828800" lvl="3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4pPr>
            <a:lvl5pPr marL="2286000" lvl="4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5pPr>
            <a:lvl6pPr marL="2743200" lvl="5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6pPr>
            <a:lvl7pPr marL="3200400" lvl="6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7pPr>
            <a:lvl8pPr marL="3657600" lvl="7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8pPr>
            <a:lvl9pPr marL="4114800" lvl="8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31"/>
          <p:cNvSpPr txBox="1">
            <a:spLocks noGrp="1"/>
          </p:cNvSpPr>
          <p:nvPr>
            <p:ph type="sldNum" idx="12"/>
          </p:nvPr>
        </p:nvSpPr>
        <p:spPr>
          <a:xfrm>
            <a:off x="10458450" y="12750800"/>
            <a:ext cx="393700" cy="43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subtítulo">
  <p:cSld name="Título y subtítulo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2"/>
          <p:cNvSpPr txBox="1">
            <a:spLocks noGrp="1"/>
          </p:cNvSpPr>
          <p:nvPr>
            <p:ph type="title"/>
          </p:nvPr>
        </p:nvSpPr>
        <p:spPr>
          <a:xfrm>
            <a:off x="1981200" y="2235200"/>
            <a:ext cx="17360900" cy="4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body" idx="1"/>
          </p:nvPr>
        </p:nvSpPr>
        <p:spPr>
          <a:xfrm>
            <a:off x="1981200" y="6870700"/>
            <a:ext cx="17360900" cy="154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2pPr>
            <a:lvl3pPr marL="1371600" lvl="2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3pPr>
            <a:lvl4pPr marL="1828800" lvl="3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4pPr>
            <a:lvl5pPr marL="2286000" lvl="4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5pPr>
            <a:lvl6pPr marL="2743200" lvl="5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6pPr>
            <a:lvl7pPr marL="3200400" lvl="6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7pPr>
            <a:lvl8pPr marL="3657600" lvl="7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8pPr>
            <a:lvl9pPr marL="4114800" lvl="8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sldNum" idx="12"/>
          </p:nvPr>
        </p:nvSpPr>
        <p:spPr>
          <a:xfrm>
            <a:off x="10439400" y="12687300"/>
            <a:ext cx="444500" cy="4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500" tIns="63500" rIns="63500" bIns="635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subtítulo">
  <p:cSld name="Título y subtítulo 2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3"/>
          <p:cNvSpPr txBox="1">
            <a:spLocks noGrp="1"/>
          </p:cNvSpPr>
          <p:nvPr>
            <p:ph type="title"/>
          </p:nvPr>
        </p:nvSpPr>
        <p:spPr>
          <a:xfrm>
            <a:off x="1981200" y="2235200"/>
            <a:ext cx="17360900" cy="4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33"/>
          <p:cNvSpPr txBox="1">
            <a:spLocks noGrp="1"/>
          </p:cNvSpPr>
          <p:nvPr>
            <p:ph type="body" idx="1"/>
          </p:nvPr>
        </p:nvSpPr>
        <p:spPr>
          <a:xfrm>
            <a:off x="1981200" y="6870700"/>
            <a:ext cx="17360900" cy="154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2pPr>
            <a:lvl3pPr marL="1371600" lvl="2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3pPr>
            <a:lvl4pPr marL="1828800" lvl="3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4pPr>
            <a:lvl5pPr marL="2286000" lvl="4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5pPr>
            <a:lvl6pPr marL="2743200" lvl="5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6pPr>
            <a:lvl7pPr marL="3200400" lvl="6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7pPr>
            <a:lvl8pPr marL="3657600" lvl="7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8pPr>
            <a:lvl9pPr marL="4114800" lvl="8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3"/>
          <p:cNvSpPr txBox="1">
            <a:spLocks noGrp="1"/>
          </p:cNvSpPr>
          <p:nvPr>
            <p:ph type="sldNum" idx="12"/>
          </p:nvPr>
        </p:nvSpPr>
        <p:spPr>
          <a:xfrm>
            <a:off x="10439400" y="12687300"/>
            <a:ext cx="444500" cy="4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500" tIns="63500" rIns="63500" bIns="635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subtítulo copia 1">
  <p:cSld name="Título y subtítulo copia 1 2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4"/>
          <p:cNvSpPr txBox="1">
            <a:spLocks noGrp="1"/>
          </p:cNvSpPr>
          <p:nvPr>
            <p:ph type="title"/>
          </p:nvPr>
        </p:nvSpPr>
        <p:spPr>
          <a:xfrm>
            <a:off x="2082800" y="2247900"/>
            <a:ext cx="17170401" cy="4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Arial"/>
              <a:buNone/>
              <a:defRPr sz="1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34"/>
          <p:cNvSpPr txBox="1">
            <a:spLocks noGrp="1"/>
          </p:cNvSpPr>
          <p:nvPr>
            <p:ph type="body" idx="1"/>
          </p:nvPr>
        </p:nvSpPr>
        <p:spPr>
          <a:xfrm>
            <a:off x="2082800" y="6870700"/>
            <a:ext cx="17170401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2pPr>
            <a:lvl3pPr marL="1371600" lvl="2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3pPr>
            <a:lvl4pPr marL="1828800" lvl="3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4pPr>
            <a:lvl5pPr marL="2286000" lvl="4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5pPr>
            <a:lvl6pPr marL="2743200" lvl="5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6pPr>
            <a:lvl7pPr marL="3200400" lvl="6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7pPr>
            <a:lvl8pPr marL="3657600" lvl="7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8pPr>
            <a:lvl9pPr marL="4114800" lvl="8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34"/>
          <p:cNvSpPr txBox="1">
            <a:spLocks noGrp="1"/>
          </p:cNvSpPr>
          <p:nvPr>
            <p:ph type="sldNum" idx="12"/>
          </p:nvPr>
        </p:nvSpPr>
        <p:spPr>
          <a:xfrm>
            <a:off x="10458450" y="12750800"/>
            <a:ext cx="393700" cy="43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subtítulo copia">
  <p:cSld name="Título y subtítulo copia 2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35"/>
          <p:cNvSpPr txBox="1">
            <a:spLocks noGrp="1"/>
          </p:cNvSpPr>
          <p:nvPr>
            <p:ph type="title"/>
          </p:nvPr>
        </p:nvSpPr>
        <p:spPr>
          <a:xfrm>
            <a:off x="2082800" y="2247900"/>
            <a:ext cx="17170401" cy="4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Arial"/>
              <a:buNone/>
              <a:defRPr sz="1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35"/>
          <p:cNvSpPr txBox="1">
            <a:spLocks noGrp="1"/>
          </p:cNvSpPr>
          <p:nvPr>
            <p:ph type="body" idx="1"/>
          </p:nvPr>
        </p:nvSpPr>
        <p:spPr>
          <a:xfrm>
            <a:off x="2082800" y="6870700"/>
            <a:ext cx="17170401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2pPr>
            <a:lvl3pPr marL="1371600" lvl="2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3pPr>
            <a:lvl4pPr marL="1828800" lvl="3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4pPr>
            <a:lvl5pPr marL="2286000" lvl="4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5pPr>
            <a:lvl6pPr marL="2743200" lvl="5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6pPr>
            <a:lvl7pPr marL="3200400" lvl="6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7pPr>
            <a:lvl8pPr marL="3657600" lvl="7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8pPr>
            <a:lvl9pPr marL="4114800" lvl="8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35"/>
          <p:cNvSpPr txBox="1">
            <a:spLocks noGrp="1"/>
          </p:cNvSpPr>
          <p:nvPr>
            <p:ph type="sldNum" idx="12"/>
          </p:nvPr>
        </p:nvSpPr>
        <p:spPr>
          <a:xfrm>
            <a:off x="10458450" y="12750800"/>
            <a:ext cx="393700" cy="43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subtítulo copia">
  <p:cSld name="Título y subtítulo copia 3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6"/>
          <p:cNvSpPr txBox="1">
            <a:spLocks noGrp="1"/>
          </p:cNvSpPr>
          <p:nvPr>
            <p:ph type="title"/>
          </p:nvPr>
        </p:nvSpPr>
        <p:spPr>
          <a:xfrm>
            <a:off x="2082800" y="2247900"/>
            <a:ext cx="17170401" cy="4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Arial"/>
              <a:buNone/>
              <a:defRPr sz="1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36"/>
          <p:cNvSpPr txBox="1">
            <a:spLocks noGrp="1"/>
          </p:cNvSpPr>
          <p:nvPr>
            <p:ph type="body" idx="1"/>
          </p:nvPr>
        </p:nvSpPr>
        <p:spPr>
          <a:xfrm>
            <a:off x="2082800" y="6870700"/>
            <a:ext cx="17170401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2pPr>
            <a:lvl3pPr marL="1371600" lvl="2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3pPr>
            <a:lvl4pPr marL="1828800" lvl="3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4pPr>
            <a:lvl5pPr marL="2286000" lvl="4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5pPr>
            <a:lvl6pPr marL="2743200" lvl="5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6pPr>
            <a:lvl7pPr marL="3200400" lvl="6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7pPr>
            <a:lvl8pPr marL="3657600" lvl="7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8pPr>
            <a:lvl9pPr marL="4114800" lvl="8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9pPr>
          </a:lstStyle>
          <a:p>
            <a:endParaRPr/>
          </a:p>
        </p:txBody>
      </p:sp>
      <p:sp>
        <p:nvSpPr>
          <p:cNvPr id="94" name="Google Shape;94;p36"/>
          <p:cNvSpPr txBox="1">
            <a:spLocks noGrp="1"/>
          </p:cNvSpPr>
          <p:nvPr>
            <p:ph type="sldNum" idx="12"/>
          </p:nvPr>
        </p:nvSpPr>
        <p:spPr>
          <a:xfrm>
            <a:off x="10458450" y="12750800"/>
            <a:ext cx="393700" cy="43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38100" rIns="38100" bIns="381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subtítulo">
  <p:cSld name="Título y subtítulo 3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7"/>
          <p:cNvSpPr txBox="1">
            <a:spLocks noGrp="1"/>
          </p:cNvSpPr>
          <p:nvPr>
            <p:ph type="title"/>
          </p:nvPr>
        </p:nvSpPr>
        <p:spPr>
          <a:xfrm>
            <a:off x="1981200" y="2235200"/>
            <a:ext cx="17360900" cy="4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37"/>
          <p:cNvSpPr txBox="1">
            <a:spLocks noGrp="1"/>
          </p:cNvSpPr>
          <p:nvPr>
            <p:ph type="body" idx="1"/>
          </p:nvPr>
        </p:nvSpPr>
        <p:spPr>
          <a:xfrm>
            <a:off x="1981200" y="6870700"/>
            <a:ext cx="17360900" cy="154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2pPr>
            <a:lvl3pPr marL="1371600" lvl="2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3pPr>
            <a:lvl4pPr marL="1828800" lvl="3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4pPr>
            <a:lvl5pPr marL="2286000" lvl="4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 sz="4800"/>
            </a:lvl5pPr>
            <a:lvl6pPr marL="2743200" lvl="5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6pPr>
            <a:lvl7pPr marL="3200400" lvl="6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7pPr>
            <a:lvl8pPr marL="3657600" lvl="7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8pPr>
            <a:lvl9pPr marL="4114800" lvl="8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37"/>
          <p:cNvSpPr txBox="1">
            <a:spLocks noGrp="1"/>
          </p:cNvSpPr>
          <p:nvPr>
            <p:ph type="sldNum" idx="12"/>
          </p:nvPr>
        </p:nvSpPr>
        <p:spPr>
          <a:xfrm>
            <a:off x="10439400" y="12687300"/>
            <a:ext cx="444500" cy="4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500" tIns="63500" rIns="63500" bIns="635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Subtitle">
  <p:cSld name="Title &amp; Subtitle">
    <p:bg>
      <p:bgPr>
        <a:solidFill>
          <a:srgbClr val="000000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8"/>
          <p:cNvSpPr txBox="1">
            <a:spLocks noGrp="1"/>
          </p:cNvSpPr>
          <p:nvPr>
            <p:ph type="title"/>
          </p:nvPr>
        </p:nvSpPr>
        <p:spPr>
          <a:xfrm>
            <a:off x="5839271" y="3346772"/>
            <a:ext cx="9657459" cy="338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3575" tIns="53575" rIns="53575" bIns="5357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0"/>
              <a:buFont typeface="Helvetica Neue"/>
              <a:buNone/>
              <a:defRPr sz="108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38"/>
          <p:cNvSpPr txBox="1">
            <a:spLocks noGrp="1"/>
          </p:cNvSpPr>
          <p:nvPr>
            <p:ph type="body" idx="1"/>
          </p:nvPr>
        </p:nvSpPr>
        <p:spPr>
          <a:xfrm>
            <a:off x="5839271" y="6823769"/>
            <a:ext cx="9657459" cy="115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3575" tIns="53575" rIns="53575" bIns="53575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Helvetica Neue"/>
              <a:buNone/>
              <a:defRPr sz="50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Helvetica Neue"/>
              <a:buNone/>
              <a:defRPr sz="50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Helvetica Neue"/>
              <a:buNone/>
              <a:defRPr sz="50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Helvetica Neue"/>
              <a:buNone/>
              <a:defRPr sz="50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Helvetica Neue"/>
              <a:buNone/>
              <a:defRPr sz="50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6pPr>
            <a:lvl7pPr marL="3200400" lvl="6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7pPr>
            <a:lvl8pPr marL="3657600" lvl="7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8pPr>
            <a:lvl9pPr marL="4114800" lvl="8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38"/>
          <p:cNvSpPr txBox="1">
            <a:spLocks noGrp="1"/>
          </p:cNvSpPr>
          <p:nvPr>
            <p:ph type="sldNum" idx="12"/>
          </p:nvPr>
        </p:nvSpPr>
        <p:spPr>
          <a:xfrm>
            <a:off x="10479521" y="11199316"/>
            <a:ext cx="374060" cy="379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3575" tIns="53575" rIns="53575" bIns="53575" anchor="t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 sz="2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Subtitle">
  <p:cSld name="Title &amp; Subtitle 2">
    <p:bg>
      <p:bgPr>
        <a:solidFill>
          <a:srgbClr val="000000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9"/>
          <p:cNvSpPr txBox="1">
            <a:spLocks noGrp="1"/>
          </p:cNvSpPr>
          <p:nvPr>
            <p:ph type="title"/>
          </p:nvPr>
        </p:nvSpPr>
        <p:spPr>
          <a:xfrm>
            <a:off x="5839271" y="3346772"/>
            <a:ext cx="9657459" cy="338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3575" tIns="53575" rIns="53575" bIns="5357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0"/>
              <a:buFont typeface="Helvetica Neue"/>
              <a:buNone/>
              <a:defRPr sz="108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39"/>
          <p:cNvSpPr txBox="1">
            <a:spLocks noGrp="1"/>
          </p:cNvSpPr>
          <p:nvPr>
            <p:ph type="body" idx="1"/>
          </p:nvPr>
        </p:nvSpPr>
        <p:spPr>
          <a:xfrm>
            <a:off x="5839271" y="6823769"/>
            <a:ext cx="9657459" cy="115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3575" tIns="53575" rIns="53575" bIns="53575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Helvetica Neue"/>
              <a:buNone/>
              <a:defRPr sz="50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Helvetica Neue"/>
              <a:buNone/>
              <a:defRPr sz="50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Helvetica Neue"/>
              <a:buNone/>
              <a:defRPr sz="50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Helvetica Neue"/>
              <a:buNone/>
              <a:defRPr sz="50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Helvetica Neue"/>
              <a:buNone/>
              <a:defRPr sz="50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6pPr>
            <a:lvl7pPr marL="3200400" lvl="6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7pPr>
            <a:lvl8pPr marL="3657600" lvl="7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8pPr>
            <a:lvl9pPr marL="4114800" lvl="8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39"/>
          <p:cNvSpPr txBox="1">
            <a:spLocks noGrp="1"/>
          </p:cNvSpPr>
          <p:nvPr>
            <p:ph type="sldNum" idx="12"/>
          </p:nvPr>
        </p:nvSpPr>
        <p:spPr>
          <a:xfrm>
            <a:off x="10479521" y="11199316"/>
            <a:ext cx="374060" cy="379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3575" tIns="53575" rIns="53575" bIns="53575" anchor="t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Helvetica Neue"/>
              <a:buNone/>
              <a:defRPr sz="1800" b="0" i="0" u="none" strike="noStrik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 sz="2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subtítulo">
  <p:cSld name="Título y subtítulo 4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0"/>
          <p:cNvSpPr txBox="1">
            <a:spLocks noGrp="1"/>
          </p:cNvSpPr>
          <p:nvPr>
            <p:ph type="title"/>
          </p:nvPr>
        </p:nvSpPr>
        <p:spPr>
          <a:xfrm>
            <a:off x="1981200" y="2235200"/>
            <a:ext cx="17360900" cy="4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00"/>
              <a:buFont typeface="Helvetica Neue"/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40"/>
          <p:cNvSpPr txBox="1">
            <a:spLocks noGrp="1"/>
          </p:cNvSpPr>
          <p:nvPr>
            <p:ph type="body" idx="1"/>
          </p:nvPr>
        </p:nvSpPr>
        <p:spPr>
          <a:xfrm>
            <a:off x="1981200" y="6870700"/>
            <a:ext cx="17360900" cy="154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lvl="2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lvl="3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lvl="4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lvl="5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6pPr>
            <a:lvl7pPr marL="3200400" lvl="6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7pPr>
            <a:lvl8pPr marL="3657600" lvl="7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8pPr>
            <a:lvl9pPr marL="4114800" lvl="8" indent="-424053" algn="l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3078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40"/>
          <p:cNvSpPr txBox="1">
            <a:spLocks noGrp="1"/>
          </p:cNvSpPr>
          <p:nvPr>
            <p:ph type="sldNum" idx="12"/>
          </p:nvPr>
        </p:nvSpPr>
        <p:spPr>
          <a:xfrm>
            <a:off x="10422331" y="12683134"/>
            <a:ext cx="478638" cy="486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500" tIns="63500" rIns="63500" bIns="63500" anchor="b" anchorCtr="0">
            <a:sp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>
            <a:spLocks noGrp="1"/>
          </p:cNvSpPr>
          <p:nvPr>
            <p:ph type="body" idx="1"/>
          </p:nvPr>
        </p:nvSpPr>
        <p:spPr>
          <a:xfrm>
            <a:off x="1981200" y="1727200"/>
            <a:ext cx="17360900" cy="98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>
            <a:lvl1pPr marL="457200" marR="0" lvl="0" indent="-836676" algn="l" rtl="0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9576"/>
              <a:buFont typeface="Arial"/>
              <a:buChar char="•"/>
              <a:defRPr sz="5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836676" algn="l" rtl="0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9576"/>
              <a:buFont typeface="Arial"/>
              <a:buChar char="•"/>
              <a:defRPr sz="5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836676" algn="l" rtl="0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9576"/>
              <a:buFont typeface="Arial"/>
              <a:buChar char="•"/>
              <a:defRPr sz="5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836676" algn="l" rtl="0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9576"/>
              <a:buFont typeface="Arial"/>
              <a:buChar char="•"/>
              <a:defRPr sz="5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836676" algn="l" rtl="0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9576"/>
              <a:buFont typeface="Arial"/>
              <a:buChar char="•"/>
              <a:defRPr sz="5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836676" algn="l" rtl="0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9576"/>
              <a:buFont typeface="Arial"/>
              <a:buChar char="•"/>
              <a:defRPr sz="5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836676" algn="l" rtl="0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9576"/>
              <a:buFont typeface="Arial"/>
              <a:buChar char="•"/>
              <a:defRPr sz="5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836676" algn="l" rtl="0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9576"/>
              <a:buFont typeface="Arial"/>
              <a:buChar char="•"/>
              <a:defRPr sz="5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836676" algn="l" rtl="0">
              <a:lnSpc>
                <a:spcPct val="100000"/>
              </a:lnSpc>
              <a:spcBef>
                <a:spcPts val="6600"/>
              </a:spcBef>
              <a:spcAft>
                <a:spcPts val="0"/>
              </a:spcAft>
              <a:buClr>
                <a:srgbClr val="000000"/>
              </a:buClr>
              <a:buSzPts val="9576"/>
              <a:buFont typeface="Arial"/>
              <a:buChar char="•"/>
              <a:defRPr sz="5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4"/>
          <p:cNvSpPr txBox="1">
            <a:spLocks noGrp="1"/>
          </p:cNvSpPr>
          <p:nvPr>
            <p:ph type="title"/>
          </p:nvPr>
        </p:nvSpPr>
        <p:spPr>
          <a:xfrm>
            <a:off x="1981200" y="342900"/>
            <a:ext cx="17360900" cy="33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00"/>
              <a:buFont typeface="Arial"/>
              <a:buNone/>
              <a:defRPr sz="1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00"/>
              <a:buFont typeface="Arial"/>
              <a:buNone/>
              <a:defRPr sz="1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00"/>
              <a:buFont typeface="Arial"/>
              <a:buNone/>
              <a:defRPr sz="1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00"/>
              <a:buFont typeface="Arial"/>
              <a:buNone/>
              <a:defRPr sz="1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00"/>
              <a:buFont typeface="Arial"/>
              <a:buNone/>
              <a:defRPr sz="1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00"/>
              <a:buFont typeface="Arial"/>
              <a:buNone/>
              <a:defRPr sz="1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00"/>
              <a:buFont typeface="Arial"/>
              <a:buNone/>
              <a:defRPr sz="1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00"/>
              <a:buFont typeface="Arial"/>
              <a:buNone/>
              <a:defRPr sz="1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00"/>
              <a:buFont typeface="Arial"/>
              <a:buNone/>
              <a:defRPr sz="1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4"/>
          <p:cNvSpPr txBox="1">
            <a:spLocks noGrp="1"/>
          </p:cNvSpPr>
          <p:nvPr>
            <p:ph type="sldNum" idx="12"/>
          </p:nvPr>
        </p:nvSpPr>
        <p:spPr>
          <a:xfrm>
            <a:off x="10439400" y="12687300"/>
            <a:ext cx="444500" cy="4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500" tIns="63500" rIns="63500" bIns="63500" anchor="b" anchorCtr="0">
            <a:sp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 sz="14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gel-feliz.png"/><Relationship Id="rId6" Type="http://schemas.openxmlformats.org/officeDocument/2006/relationships/image" Target="../media/lagun-07-inicio.png"/><Relationship Id="rId7" Type="http://schemas.openxmlformats.org/officeDocument/2006/relationships/image" Target="../media/lagun-10-jarra.png"/><Relationship Id="rId8" Type="http://schemas.openxmlformats.org/officeDocument/2006/relationships/image" Target="../media/lagun-11-chat-igel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Relationship Id="rId5" Type="http://schemas.openxmlformats.org/officeDocument/2006/relationships/image" Target="../media/igel-preocupado.png"/></Relationships>
</file>

<file path=ppt/slides/_rels/slide4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Relationship Id="rId5" Type="http://schemas.openxmlformats.org/officeDocument/2006/relationships/image" Target="../media/igel-preocupado.png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Relationship Id="rId5" Type="http://schemas.openxmlformats.org/officeDocument/2006/relationships/image" Target="../media/lagun-03-onboarding-idioma.png"/><Relationship Id="rId6" Type="http://schemas.openxmlformats.org/officeDocument/2006/relationships/image" Target="../media/lagun-05-onboarding-pregunta.png"/></Relationships>
</file>

<file path=ppt/slides/_rels/slide6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Relationship Id="rId5" Type="http://schemas.openxmlformats.org/officeDocument/2006/relationships/image" Target="../media/igel-tranquilo.png"/></Relationships>
</file>

<file path=ppt/slides/_rels/slide7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Relationship Id="rId5" Type="http://schemas.openxmlformats.org/officeDocument/2006/relationships/image" Target="../media/igel-dormido.png"/><Relationship Id="rId6" Type="http://schemas.openxmlformats.org/officeDocument/2006/relationships/image" Target="../media/igel-estudiando.png"/><Relationship Id="rId7" Type="http://schemas.openxmlformats.org/officeDocument/2006/relationships/image" Target="../media/igel-feliz.png"/></Relationships>
</file>

<file path=ppt/slides/_rels/slide8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Relationship Id="rId5" Type="http://schemas.openxmlformats.org/officeDocument/2006/relationships/image" Target="../media/igel-corona.png"/></Relationships>
</file>

<file path=ppt/slides/_rels/slide9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Relationship Id="rId5" Type="http://schemas.openxmlformats.org/officeDocument/2006/relationships/image" Target="../media/igel-flores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Relationship Id="rId5" Type="http://schemas.openxmlformats.org/officeDocument/2006/relationships/image" Target="../media/igel-tranquilo.png"/><Relationship Id="rId6" Type="http://schemas.openxmlformats.org/officeDocument/2006/relationships/image" Target="../media/igel-emocionado.png"/><Relationship Id="rId7" Type="http://schemas.openxmlformats.org/officeDocument/2006/relationships/image" Target="../media/igel-arcoiris.png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Relationship Id="rId5" Type="http://schemas.openxmlformats.org/officeDocument/2006/relationships/image" Target="../media/igel-feliz.png"/><Relationship Id="rId6" Type="http://schemas.openxmlformats.org/officeDocument/2006/relationships/image" Target="../media/igel-emocionado.png"/><Relationship Id="rId7" Type="http://schemas.openxmlformats.org/officeDocument/2006/relationships/image" Target="../media/igel-invierno.png"/><Relationship Id="rId8" Type="http://schemas.openxmlformats.org/officeDocument/2006/relationships/image" Target="../media/igel-corona.png"/><Relationship Id="rId9" Type="http://schemas.openxmlformats.org/officeDocument/2006/relationships/image" Target="../media/igel-nenufar.png"/><Relationship Id="rId10" Type="http://schemas.openxmlformats.org/officeDocument/2006/relationships/image" Target="../media/igel-arcoiris.png"/></Relationships>
</file>

<file path=ppt/slides/_rels/slide12.xml.rels><?xml version='1.0' encoding='UTF-8' standalone='yes'?>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gel-emocionado.png"/></Relationships>
</file>

<file path=ppt/slides/_rels/slide14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Relationship Id="rId5" Type="http://schemas.openxmlformats.org/officeDocument/2006/relationships/image" Target="../media/lagun-07-inicio.png"/><Relationship Id="rId6" Type="http://schemas.openxmlformats.org/officeDocument/2006/relationships/image" Target="../media/lagun-10-jarra.png"/><Relationship Id="rId7" Type="http://schemas.openxmlformats.org/officeDocument/2006/relationships/image" Target="../media/lagun-11-chat-igel.png"/><Relationship Id="rId8" Type="http://schemas.openxmlformats.org/officeDocument/2006/relationships/image" Target="../media/lagun-09-examenes.png"/><Relationship Id="rId9" Type="http://schemas.openxmlformats.org/officeDocument/2006/relationships/image" Target="../media/lagun-14-progreso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Relationship Id="rId5" Type="http://schemas.openxmlformats.org/officeDocument/2006/relationships/image" Target="../media/lagun-12-chat-ayuda-inmediata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d79de46e5_0_0"/>
          <p:cNvSpPr/>
          <p:nvPr/>
        </p:nvSpPr>
        <p:spPr>
          <a:xfrm>
            <a:off x="-78582" y="-27286"/>
            <a:ext cx="21493200" cy="13389600"/>
          </a:xfrm>
          <a:prstGeom prst="rect">
            <a:avLst/>
          </a:prstGeom>
          <a:solidFill>
            <a:srgbClr val="5DD8D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endParaRPr sz="4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g36d79de46e5_0_0"/>
          <p:cNvSpPr/>
          <p:nvPr/>
        </p:nvSpPr>
        <p:spPr>
          <a:xfrm>
            <a:off x="619575" y="1465950"/>
            <a:ext cx="20123700" cy="2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FBB71"/>
              </a:buClr>
              <a:buSzPts val="17400"/>
              <a:buFont typeface="Helvetica Neue"/>
              <a:buNone/>
            </a:pPr>
            <a:r>
              <a:rPr lang="en-US" sz="7000" b="0" i="0" u="none" strike="noStrike" cap="none">
                <a:solidFill>
                  <a:srgbClr val="1818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Lagun.</a:t>
            </a:r>
            <a:endParaRPr sz="100" b="0" i="0" u="none" strike="noStrike" cap="none">
              <a:solidFill>
                <a:srgbClr val="18183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23" name="Google Shape;123;g36d79de46e5_0_0"/>
          <p:cNvSpPr/>
          <p:nvPr/>
        </p:nvSpPr>
        <p:spPr>
          <a:xfrm>
            <a:off x="-78650" y="11259825"/>
            <a:ext cx="21493200" cy="2132700"/>
          </a:xfrm>
          <a:prstGeom prst="rect">
            <a:avLst/>
          </a:prstGeom>
          <a:solidFill>
            <a:srgbClr val="FBDC4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g36d79de46e5_0_0"/>
          <p:cNvSpPr/>
          <p:nvPr/>
        </p:nvSpPr>
        <p:spPr>
          <a:xfrm>
            <a:off x="672490" y="10970269"/>
            <a:ext cx="18439500" cy="1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99C0"/>
              </a:buClr>
              <a:buSzPts val="9600"/>
              <a:buFont typeface="Helvetica Neue"/>
              <a:buNone/>
            </a:pPr>
            <a:r>
              <a:rPr lang="en-US" sz="4300" b="0" i="0" u="none" strike="noStrike" cap="none">
                <a:solidFill>
                  <a:srgbClr val="181832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Un espacio para que jóvenes de 13 a 25 años cuiden cómo se sienten, sin rachas ni presión.</a:t>
            </a:r>
            <a:endParaRPr sz="100" b="0" i="0" u="none" strike="noStrike" cap="none">
              <a:solidFill>
                <a:srgbClr val="181832"/>
              </a:solidFill>
              <a:latin typeface="Source Serif 4"/>
              <a:ea typeface="Source Serif 4"/>
              <a:cs typeface="Source Serif 4"/>
              <a:sym typeface="Source Serif 4"/>
            </a:endParaRPr>
          </a:p>
        </p:txBody>
      </p:sp>
      <p:pic>
        <p:nvPicPr>
          <p:cNvPr id="901" name="Igel, la mascota de Lagun" descr="Igel, la mascota de Lagu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000" y="4000000"/>
            <a:ext cx="6600000" cy="6600000"/>
          </a:xfrm>
          <a:prstGeom prst="rect">
            <a:avLst/>
          </a:prstGeom>
          <a:ln>
            <a:noFill/>
          </a:ln>
        </p:spPr>
      </p:pic>
      <p:pic>
        <p:nvPicPr>
          <p:cNvPr id="902" name="Captura 07-inicio" descr="Captura 07-inici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8322" y="2000000"/>
            <a:ext cx="4112559" cy="8900000"/>
          </a:xfrm>
          <a:prstGeom prst="roundRect">
            <a:avLst>
              <a:gd name="adj" fmla="val 7000"/>
            </a:avLst>
          </a:prstGeom>
          <a:ln w="38100">
            <a:solidFill>
              <a:srgbClr val="181832"/>
            </a:solidFill>
          </a:ln>
        </p:spPr>
      </p:pic>
      <p:pic>
        <p:nvPicPr>
          <p:cNvPr id="903" name="Captura 10-jarra" descr="Captura 10-jarra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10881" y="2000000"/>
            <a:ext cx="4112559" cy="8900000"/>
          </a:xfrm>
          <a:prstGeom prst="roundRect">
            <a:avLst>
              <a:gd name="adj" fmla="val 7000"/>
            </a:avLst>
          </a:prstGeom>
          <a:ln w="38100">
            <a:solidFill>
              <a:srgbClr val="181832"/>
            </a:solidFill>
          </a:ln>
        </p:spPr>
      </p:pic>
      <p:pic>
        <p:nvPicPr>
          <p:cNvPr id="904" name="Captura 11-chat-igel" descr="Captura 11-chat-igel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473440" y="2000000"/>
            <a:ext cx="4112559" cy="8900000"/>
          </a:xfrm>
          <a:prstGeom prst="roundRect">
            <a:avLst>
              <a:gd name="adj" fmla="val 7000"/>
            </a:avLst>
          </a:prstGeom>
          <a:ln w="38100">
            <a:solidFill>
              <a:srgbClr val="181832"/>
            </a:solidFill>
          </a:ln>
        </p:spPr>
      </p:pic>
      <p:grpSp>
        <p:nvGrpSpPr>
          <p:cNvPr id="127" name="Google Shape;127;g36d79de46e5_0_0"/>
          <p:cNvGrpSpPr/>
          <p:nvPr/>
        </p:nvGrpSpPr>
        <p:grpSpPr>
          <a:xfrm>
            <a:off x="-78650" y="-31769"/>
            <a:ext cx="21493200" cy="1092275"/>
            <a:chOff x="-78650" y="-27286"/>
            <a:chExt cx="21493200" cy="1092275"/>
          </a:xfrm>
        </p:grpSpPr>
        <p:sp>
          <p:nvSpPr>
            <p:cNvPr id="128" name="Google Shape;128;g36d79de46e5_0_0"/>
            <p:cNvSpPr/>
            <p:nvPr/>
          </p:nvSpPr>
          <p:spPr>
            <a:xfrm>
              <a:off x="-78650" y="-27275"/>
              <a:ext cx="21493200" cy="1065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29" name="Google Shape;129;g36d79de46e5_0_0" title="unicefRecurso 2.png"/>
            <p:cNvPicPr preferRelativeResize="0"/>
            <p:nvPr/>
          </p:nvPicPr>
          <p:blipFill rotWithShape="1">
            <a:blip r:embed="rId3">
              <a:alphaModFix/>
            </a:blip>
            <a:srcRect l="-124065" t="2460" b="-2460"/>
            <a:stretch/>
          </p:blipFill>
          <p:spPr>
            <a:xfrm>
              <a:off x="13701225" y="-27286"/>
              <a:ext cx="7711626" cy="10922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0" name="Google Shape;130;g36d79de46e5_0_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19545" y="180070"/>
              <a:ext cx="3492825" cy="7544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"/>
          <p:cNvSpPr/>
          <p:nvPr/>
        </p:nvSpPr>
        <p:spPr>
          <a:xfrm>
            <a:off x="-119758" y="984273"/>
            <a:ext cx="21575400" cy="13535100"/>
          </a:xfrm>
          <a:prstGeom prst="rect">
            <a:avLst/>
          </a:prstGeom>
          <a:solidFill>
            <a:srgbClr val="FF83C4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endParaRPr sz="4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2"/>
          <p:cNvSpPr/>
          <p:nvPr/>
        </p:nvSpPr>
        <p:spPr>
          <a:xfrm>
            <a:off x="608281" y="3500000"/>
            <a:ext cx="16399999" cy="4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600"/>
              <a:buFont typeface="Helvetica Neue"/>
              <a:buNone/>
            </a:pPr>
            <a:r>
              <a:rPr lang="en-US" sz="7600" b="0" i="0" u="none" strike="noStrike" cap="none">
                <a:solidFill>
                  <a:srgbClr val="181832"/>
                </a:solidFill>
                <a:latin typeface="Poppins Light"/>
                <a:ea typeface="Poppins Light"/>
                <a:cs typeface="Poppins Light"/>
                <a:sym typeface="Poppins Light"/>
              </a:rPr>
              <a:t xml:space="preserve">Más de </a:t>
            </a:r>
            <a:r>
              <a:rPr lang="en-US" sz="7600" b="0" i="0" u="none" strike="noStrike" cap="none">
                <a:solidFill>
                  <a:srgbClr val="181832"/>
                </a:solidFill>
                <a:highlight>
                  <a:srgbClr val="FBDC49"/>
                </a:highlight>
                <a:latin typeface="Poppins Light"/>
                <a:ea typeface="Poppins Light"/>
                <a:cs typeface="Poppins Light"/>
                <a:sym typeface="Poppins Light"/>
              </a:rPr>
              <a:t>1 de cada 7</a:t>
            </a:r>
            <a:r>
              <a:rPr lang="en-US" sz="7600" b="0" i="0" u="none" strike="noStrike" cap="none">
                <a:solidFill>
                  <a:srgbClr val="181832"/>
                </a:solidFill>
                <a:latin typeface="Poppins Light"/>
                <a:ea typeface="Poppins Light"/>
                <a:cs typeface="Poppins Light"/>
                <a:sym typeface="Poppins Light"/>
              </a:rPr>
              <a:t xml:space="preserve"> adolescentes de 10 a 19 años vive con un trastorno mental diagnosticado.</a:t>
            </a:r>
            <a:endParaRPr sz="1400" b="0" i="0" u="none" strike="noStrike" cap="none">
              <a:solidFill>
                <a:srgbClr val="181832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37" name="Google Shape;137;p2"/>
          <p:cNvSpPr/>
          <p:nvPr/>
        </p:nvSpPr>
        <p:spPr>
          <a:xfrm>
            <a:off x="606150" y="8300000"/>
            <a:ext cx="171507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D5D1"/>
              </a:buClr>
              <a:buSzPts val="3800"/>
              <a:buFont typeface="Helvetica Neue"/>
              <a:buNone/>
            </a:pPr>
            <a:r>
              <a:rPr lang="en-US" sz="3800" b="0" i="0" u="none" strike="noStrike" cap="none">
                <a:solidFill>
                  <a:srgbClr val="181832"/>
                </a:solidFill>
                <a:latin typeface="Source Serif 4 Light"/>
                <a:ea typeface="Source Serif 4 Light"/>
                <a:cs typeface="Source Serif 4 Light"/>
                <a:sym typeface="Source Serif 4 Light"/>
              </a:rPr>
              <a:t>UNICEF, Estado Mundial de la Infancia 2021</a:t>
            </a:r>
            <a:endParaRPr sz="1400" b="0" i="0" u="none" strike="noStrike" cap="none">
              <a:solidFill>
                <a:srgbClr val="181832"/>
              </a:solidFill>
              <a:latin typeface="Source Serif 4 Light"/>
              <a:ea typeface="Source Serif 4 Light"/>
              <a:cs typeface="Source Serif 4 Light"/>
              <a:sym typeface="Source Serif 4 Light"/>
            </a:endParaRPr>
          </a:p>
        </p:txBody>
      </p:sp>
      <p:pic>
        <p:nvPicPr>
          <p:cNvPr id="901" name="Igel preocupado" descr="Igel preocupad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00000" y="8199999"/>
            <a:ext cx="4000000" cy="4000000"/>
          </a:xfrm>
          <a:prstGeom prst="rect">
            <a:avLst/>
          </a:prstGeom>
          <a:ln>
            <a:noFill/>
          </a:ln>
        </p:spPr>
      </p:pic>
      <p:grpSp>
        <p:nvGrpSpPr>
          <p:cNvPr id="138" name="Google Shape;138;p2"/>
          <p:cNvGrpSpPr/>
          <p:nvPr/>
        </p:nvGrpSpPr>
        <p:grpSpPr>
          <a:xfrm>
            <a:off x="-78650" y="-31769"/>
            <a:ext cx="21493200" cy="1092275"/>
            <a:chOff x="-78650" y="-27286"/>
            <a:chExt cx="21493200" cy="1092275"/>
          </a:xfrm>
        </p:grpSpPr>
        <p:sp>
          <p:nvSpPr>
            <p:cNvPr id="139" name="Google Shape;139;p2"/>
            <p:cNvSpPr/>
            <p:nvPr/>
          </p:nvSpPr>
          <p:spPr>
            <a:xfrm>
              <a:off x="-78650" y="-27275"/>
              <a:ext cx="21493200" cy="1065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40" name="Google Shape;140;p2" title="unicefRecurso 2.png"/>
            <p:cNvPicPr preferRelativeResize="0"/>
            <p:nvPr/>
          </p:nvPicPr>
          <p:blipFill rotWithShape="1">
            <a:blip r:embed="rId3">
              <a:alphaModFix/>
            </a:blip>
            <a:srcRect l="-124065" t="2460" b="-2460"/>
            <a:stretch/>
          </p:blipFill>
          <p:spPr>
            <a:xfrm>
              <a:off x="13701225" y="-27286"/>
              <a:ext cx="7711626" cy="10922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1" name="Google Shape;141;p2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19545" y="180070"/>
              <a:ext cx="3492825" cy="7544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4"/>
          <p:cNvSpPr/>
          <p:nvPr/>
        </p:nvSpPr>
        <p:spPr>
          <a:xfrm>
            <a:off x="606150" y="3600000"/>
            <a:ext cx="14424300" cy="11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54B16E"/>
              </a:buClr>
              <a:buSzPts val="15000"/>
              <a:buFont typeface="Helvetica Neue"/>
              <a:buNone/>
            </a:pPr>
            <a:r>
              <a:rPr lang="en-US" sz="4200" b="1" i="0" u="none" strike="noStrike" cap="none">
                <a:solidFill>
                  <a:srgbClr val="5DD8D5"/>
                </a:solidFill>
                <a:latin typeface="Source Serif 4 SemiBold"/>
                <a:ea typeface="Source Serif 4 SemiBold"/>
                <a:cs typeface="Source Serif 4 SemiBold"/>
                <a:sym typeface="Source Serif 4 SemiBold"/>
              </a:rPr>
              <a:t>Problemática</a:t>
            </a:r>
            <a:endParaRPr sz="4200" b="1" i="0" u="none" strike="noStrike" cap="none">
              <a:solidFill>
                <a:srgbClr val="5DD8D5"/>
              </a:solidFill>
              <a:latin typeface="Source Serif 4 SemiBold"/>
              <a:ea typeface="Source Serif 4 SemiBold"/>
              <a:cs typeface="Source Serif 4 SemiBold"/>
              <a:sym typeface="Source Serif 4 SemiBold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606145" y="5000000"/>
            <a:ext cx="15200000" cy="7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>
                <a:srgbClr val="444447"/>
              </a:buClr>
              <a:buSzPts val="3800"/>
              <a:buFont typeface="Helvetica Neue"/>
              <a:buNone/>
            </a:pPr>
            <a:r>
              <a:rPr lang="en-US" sz="3800" b="0" i="0" u="none" strike="noStrike" cap="none">
                <a:solidFill>
                  <a:srgbClr val="444447"/>
                </a:solidFill>
                <a:latin typeface="Poppins Light"/>
                <a:ea typeface="Poppins Light"/>
                <a:cs typeface="Poppins Light"/>
                <a:sym typeface="Poppins Light"/>
              </a:rPr>
              <a:t>Muchos jóvenes lo pasan mal y no lo cuentan, por vergüenza o porque no saben ponerle nombre a lo que sienten.</a:t>
            </a:r>
            <a:endParaRPr sz="3800" b="0" i="0" u="none" strike="noStrike" cap="none">
              <a:solidFill>
                <a:srgbClr val="444447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>
                <a:srgbClr val="444447"/>
              </a:buClr>
              <a:buSzPts val="3800"/>
              <a:buFont typeface="Helvetica Neue"/>
              <a:buNone/>
            </a:pPr>
            <a:r>
              <a:rPr lang="en-US" sz="3800" b="0" i="0" u="none" strike="noStrike" cap="none">
                <a:solidFill>
                  <a:srgbClr val="444447"/>
                </a:solidFill>
                <a:latin typeface="Poppins Light"/>
                <a:ea typeface="Poppins Light"/>
                <a:cs typeface="Poppins Light"/>
                <a:sym typeface="Poppins Light"/>
              </a:rPr>
              <a:t>La presión de los exámenes, la familia y las redes se acumula sin que nadie la vea.</a:t>
            </a:r>
            <a:endParaRPr sz="3800" b="0" i="0" u="none" strike="noStrike" cap="none">
              <a:solidFill>
                <a:srgbClr val="444447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>
                <a:srgbClr val="444447"/>
              </a:buClr>
              <a:buSzPts val="3800"/>
              <a:buFont typeface="Helvetica Neue"/>
              <a:buNone/>
            </a:pPr>
            <a:r>
              <a:rPr lang="en-US" sz="3800" b="0" i="0" u="none" strike="noStrike" cap="none">
                <a:solidFill>
                  <a:srgbClr val="444447"/>
                </a:solidFill>
                <a:latin typeface="Poppins Light"/>
                <a:ea typeface="Poppins Light"/>
                <a:cs typeface="Poppins Light"/>
                <a:sym typeface="Poppins Light"/>
              </a:rPr>
              <a:t>Y las apps de bienestar están pensadas para adultos: rachas, metas y recordatorios que convierten cuidarse en otra obligación.</a:t>
            </a:r>
            <a:endParaRPr sz="3800" b="0" i="0" u="none" strike="noStrike" cap="none">
              <a:solidFill>
                <a:srgbClr val="444447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16630350" y="8893225"/>
            <a:ext cx="4137600" cy="3815100"/>
          </a:xfrm>
          <a:prstGeom prst="rect">
            <a:avLst/>
          </a:prstGeom>
          <a:solidFill>
            <a:srgbClr val="FBDC4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01" name="Igel preocupado" descr="Igel preocupad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00000" y="9063000"/>
            <a:ext cx="3600000" cy="3600000"/>
          </a:xfrm>
          <a:prstGeom prst="rect">
            <a:avLst/>
          </a:prstGeom>
          <a:ln>
            <a:noFill/>
          </a:ln>
        </p:spPr>
      </p:pic>
      <p:grpSp>
        <p:nvGrpSpPr>
          <p:cNvPr id="150" name="Google Shape;150;p4"/>
          <p:cNvGrpSpPr/>
          <p:nvPr/>
        </p:nvGrpSpPr>
        <p:grpSpPr>
          <a:xfrm>
            <a:off x="-78650" y="-31769"/>
            <a:ext cx="21493200" cy="1092275"/>
            <a:chOff x="-78650" y="-27286"/>
            <a:chExt cx="21493200" cy="1092275"/>
          </a:xfrm>
        </p:grpSpPr>
        <p:sp>
          <p:nvSpPr>
            <p:cNvPr id="151" name="Google Shape;151;p4"/>
            <p:cNvSpPr/>
            <p:nvPr/>
          </p:nvSpPr>
          <p:spPr>
            <a:xfrm>
              <a:off x="-78650" y="-27275"/>
              <a:ext cx="21493200" cy="1065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52" name="Google Shape;152;p4" title="unicefRecurso 2.png"/>
            <p:cNvPicPr preferRelativeResize="0"/>
            <p:nvPr/>
          </p:nvPicPr>
          <p:blipFill rotWithShape="1">
            <a:blip r:embed="rId3">
              <a:alphaModFix/>
            </a:blip>
            <a:srcRect l="-124065" t="2460" b="-2460"/>
            <a:stretch/>
          </p:blipFill>
          <p:spPr>
            <a:xfrm>
              <a:off x="13701225" y="-27286"/>
              <a:ext cx="7711626" cy="10922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3" name="Google Shape;153;p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19545" y="180070"/>
              <a:ext cx="3492825" cy="7544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"/>
          <p:cNvSpPr/>
          <p:nvPr/>
        </p:nvSpPr>
        <p:spPr>
          <a:xfrm>
            <a:off x="0" y="150"/>
            <a:ext cx="21336000" cy="13335000"/>
          </a:xfrm>
          <a:prstGeom prst="rect">
            <a:avLst/>
          </a:prstGeom>
          <a:solidFill>
            <a:srgbClr val="18183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endParaRPr sz="40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3"/>
          <p:cNvSpPr/>
          <p:nvPr/>
        </p:nvSpPr>
        <p:spPr>
          <a:xfrm>
            <a:off x="870373" y="3000000"/>
            <a:ext cx="8944800" cy="95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>
                <a:srgbClr val="4264F6"/>
              </a:buClr>
              <a:buSzPts val="6800"/>
              <a:buFont typeface="Helvetica Neue"/>
              <a:buNone/>
            </a:pPr>
            <a:r>
              <a:rPr lang="en-US" sz="4800" b="0" i="0" u="none" strike="noStrike" cap="none">
                <a:solidFill>
                  <a:srgbClr val="FBDC49"/>
                </a:solidFill>
                <a:latin typeface="Source Serif 4 Medium"/>
                <a:ea typeface="Source Serif 4 Medium"/>
                <a:cs typeface="Source Serif 4 Medium"/>
                <a:sym typeface="Source Serif 4 Medium"/>
              </a:rPr>
              <a:t>Usuario</a:t>
            </a:r>
            <a:endParaRPr sz="4800" b="0" i="0" u="none" strike="noStrike" cap="none">
              <a:solidFill>
                <a:srgbClr val="FBDC49"/>
              </a:solidFill>
              <a:latin typeface="Source Serif 4 Medium"/>
              <a:ea typeface="Source Serif 4 Medium"/>
              <a:cs typeface="Source Serif 4 Medium"/>
              <a:sym typeface="Source Serif 4 Medium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>
                <a:srgbClr val="4264F6"/>
              </a:buClr>
              <a:buSzPts val="6800"/>
              <a:buFont typeface="Helvetica Neue"/>
              <a:buNone/>
            </a:pPr>
            <a:r>
              <a:rPr lang="en-US" sz="4800" b="0" i="0" u="none" strike="noStrike" cap="none">
                <a:solidFill>
                  <a:srgbClr val="FBDC49"/>
                </a:solidFill>
                <a:latin typeface="Source Serif 4 Medium"/>
                <a:ea typeface="Source Serif 4 Medium"/>
                <a:cs typeface="Source Serif 4 Medium"/>
                <a:sym typeface="Source Serif 4 Medium"/>
              </a:rPr>
              <a:t>Jóvenes de 13 a 25 años que estudian y conviven con la presión del día a día.</a:t>
            </a:r>
            <a:endParaRPr sz="4800" b="0" i="0" u="none" strike="noStrike" cap="none">
              <a:solidFill>
                <a:srgbClr val="FBDC49"/>
              </a:solidFill>
              <a:latin typeface="Source Serif 4 Medium"/>
              <a:ea typeface="Source Serif 4 Medium"/>
              <a:cs typeface="Source Serif 4 Medium"/>
              <a:sym typeface="Source Serif 4 Medium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2400"/>
              </a:spcAft>
              <a:buClr>
                <a:srgbClr val="4264F6"/>
              </a:buClr>
              <a:buSzPts val="6800"/>
              <a:buFont typeface="Helvetica Neue"/>
              <a:buNone/>
            </a:pPr>
            <a:r>
              <a:rPr lang="en-US" sz="5500" b="0" i="0" u="none" strike="noStrike" cap="none">
                <a:solidFill>
                  <a:srgbClr val="27AAE2"/>
                </a:solidFill>
                <a:latin typeface="Poppins Light"/>
                <a:ea typeface="Poppins Light"/>
                <a:cs typeface="Poppins Light"/>
                <a:sym typeface="Poppins Light"/>
              </a:rPr>
              <a:t>Y sus institutos, que ganan una herramienta segura para acompañarles.</a:t>
            </a:r>
            <a:endParaRPr sz="5500" b="0" i="0" u="none" strike="noStrike" cap="none">
              <a:solidFill>
                <a:srgbClr val="27AAE2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cxnSp>
        <p:nvCxnSpPr>
          <p:cNvPr id="160" name="Google Shape;160;p3"/>
          <p:cNvCxnSpPr/>
          <p:nvPr/>
        </p:nvCxnSpPr>
        <p:spPr>
          <a:xfrm>
            <a:off x="934432" y="2600000"/>
            <a:ext cx="1776600" cy="0"/>
          </a:xfrm>
          <a:prstGeom prst="straightConnector1">
            <a:avLst/>
          </a:prstGeom>
          <a:noFill/>
          <a:ln w="38100" cap="flat" cmpd="sng">
            <a:solidFill>
              <a:srgbClr val="FBDC49"/>
            </a:solidFill>
            <a:prstDash val="solid"/>
            <a:miter lim="0"/>
            <a:headEnd type="none" w="sm" len="sm"/>
            <a:tailEnd type="none" w="sm" len="sm"/>
          </a:ln>
        </p:spPr>
      </p:cxnSp>
      <p:sp>
        <p:nvSpPr>
          <p:cNvPr id="161" name="Google Shape;161;p3"/>
          <p:cNvSpPr/>
          <p:nvPr/>
        </p:nvSpPr>
        <p:spPr>
          <a:xfrm>
            <a:off x="9815175" y="960725"/>
            <a:ext cx="11520900" cy="12374400"/>
          </a:xfrm>
          <a:prstGeom prst="rect">
            <a:avLst/>
          </a:prstGeom>
          <a:solidFill>
            <a:srgbClr val="5DD8D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01" name="Onboarding: idioma" descr="Onboarding: idiom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9312" y="2045000"/>
            <a:ext cx="4805687" cy="10400000"/>
          </a:xfrm>
          <a:prstGeom prst="roundRect">
            <a:avLst>
              <a:gd name="adj" fmla="val 7000"/>
            </a:avLst>
          </a:prstGeom>
          <a:ln w="38100">
            <a:solidFill>
              <a:srgbClr val="181832"/>
            </a:solidFill>
          </a:ln>
        </p:spPr>
      </p:pic>
      <p:pic>
        <p:nvPicPr>
          <p:cNvPr id="902" name="Onboarding: pregunta" descr="Onboarding: pregunt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25000" y="2045000"/>
            <a:ext cx="4805687" cy="10400000"/>
          </a:xfrm>
          <a:prstGeom prst="roundRect">
            <a:avLst>
              <a:gd name="adj" fmla="val 7000"/>
            </a:avLst>
          </a:prstGeom>
          <a:ln w="38100">
            <a:solidFill>
              <a:srgbClr val="181832"/>
            </a:solidFill>
          </a:ln>
        </p:spPr>
      </p:pic>
      <p:grpSp>
        <p:nvGrpSpPr>
          <p:cNvPr id="162" name="Google Shape;162;p3"/>
          <p:cNvGrpSpPr/>
          <p:nvPr/>
        </p:nvGrpSpPr>
        <p:grpSpPr>
          <a:xfrm>
            <a:off x="-78650" y="-31769"/>
            <a:ext cx="21493200" cy="1092275"/>
            <a:chOff x="-78650" y="-27286"/>
            <a:chExt cx="21493200" cy="1092275"/>
          </a:xfrm>
        </p:grpSpPr>
        <p:sp>
          <p:nvSpPr>
            <p:cNvPr id="163" name="Google Shape;163;p3"/>
            <p:cNvSpPr/>
            <p:nvPr/>
          </p:nvSpPr>
          <p:spPr>
            <a:xfrm>
              <a:off x="-78650" y="-27275"/>
              <a:ext cx="21493200" cy="1065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64" name="Google Shape;164;p3" title="unicefRecurso 2.png"/>
            <p:cNvPicPr preferRelativeResize="0"/>
            <p:nvPr/>
          </p:nvPicPr>
          <p:blipFill rotWithShape="1">
            <a:blip r:embed="rId3">
              <a:alphaModFix/>
            </a:blip>
            <a:srcRect l="-124065" t="2460" b="-2460"/>
            <a:stretch/>
          </p:blipFill>
          <p:spPr>
            <a:xfrm>
              <a:off x="13701225" y="-27286"/>
              <a:ext cx="7711626" cy="10922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5" name="Google Shape;165;p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19545" y="180070"/>
              <a:ext cx="3492825" cy="7544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af027dcdef_0_1"/>
          <p:cNvSpPr/>
          <p:nvPr/>
        </p:nvSpPr>
        <p:spPr>
          <a:xfrm>
            <a:off x="606150" y="2094550"/>
            <a:ext cx="4914900" cy="11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54B16E"/>
              </a:buClr>
              <a:buSzPts val="15000"/>
              <a:buFont typeface="Helvetica Neue"/>
              <a:buNone/>
            </a:pPr>
            <a:r>
              <a:rPr lang="en-US" sz="4200" b="1" i="0" u="none" strike="noStrike" cap="none">
                <a:solidFill>
                  <a:srgbClr val="5DD8D5"/>
                </a:solidFill>
                <a:latin typeface="Source Serif 4 SemiBold"/>
                <a:ea typeface="Source Serif 4 SemiBold"/>
                <a:cs typeface="Source Serif 4 SemiBold"/>
                <a:sym typeface="Source Serif 4 SemiBold"/>
              </a:rPr>
              <a:t>Idea</a:t>
            </a:r>
            <a:endParaRPr sz="4200" b="1" i="0" u="none" strike="noStrike" cap="none">
              <a:solidFill>
                <a:srgbClr val="5DD8D5"/>
              </a:solidFill>
              <a:latin typeface="Source Serif 4 SemiBold"/>
              <a:ea typeface="Source Serif 4 SemiBold"/>
              <a:cs typeface="Source Serif 4 SemiBold"/>
              <a:sym typeface="Source Serif 4 SemiBold"/>
            </a:endParaRPr>
          </a:p>
        </p:txBody>
      </p:sp>
      <p:sp>
        <p:nvSpPr>
          <p:cNvPr id="171" name="Google Shape;171;g3af027dcdef_0_1"/>
          <p:cNvSpPr/>
          <p:nvPr/>
        </p:nvSpPr>
        <p:spPr>
          <a:xfrm>
            <a:off x="16630350" y="8969350"/>
            <a:ext cx="4137600" cy="3815100"/>
          </a:xfrm>
          <a:prstGeom prst="rect">
            <a:avLst/>
          </a:prstGeom>
          <a:solidFill>
            <a:srgbClr val="27AAE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3" name="Google Shape;173;g3af027dcdef_0_1"/>
          <p:cNvCxnSpPr/>
          <p:nvPr/>
        </p:nvCxnSpPr>
        <p:spPr>
          <a:xfrm>
            <a:off x="687507" y="1838121"/>
            <a:ext cx="1776600" cy="0"/>
          </a:xfrm>
          <a:prstGeom prst="straightConnector1">
            <a:avLst/>
          </a:prstGeom>
          <a:noFill/>
          <a:ln w="38100" cap="flat" cmpd="sng">
            <a:solidFill>
              <a:srgbClr val="5DD8D5"/>
            </a:solidFill>
            <a:prstDash val="solid"/>
            <a:miter lim="0"/>
            <a:headEnd type="none" w="sm" len="sm"/>
            <a:tailEnd type="none" w="sm" len="sm"/>
          </a:ln>
        </p:spPr>
      </p:cxnSp>
      <p:sp>
        <p:nvSpPr>
          <p:cNvPr id="174" name="Google Shape;174;g3af027dcdef_0_1"/>
          <p:cNvSpPr/>
          <p:nvPr/>
        </p:nvSpPr>
        <p:spPr>
          <a:xfrm>
            <a:off x="617445" y="3079799"/>
            <a:ext cx="1530000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447"/>
              </a:buClr>
              <a:buSzPts val="3800"/>
              <a:buFont typeface="Helvetica Neue"/>
              <a:buNone/>
            </a:pPr>
            <a:r>
              <a:rPr lang="en-US" sz="3800" b="0" i="0" u="none" strike="noStrike" cap="none">
                <a:solidFill>
                  <a:srgbClr val="444447"/>
                </a:solidFill>
                <a:latin typeface="Poppins Light"/>
                <a:ea typeface="Poppins Light"/>
                <a:cs typeface="Poppins Light"/>
                <a:sym typeface="Poppins Light"/>
              </a:rPr>
              <a:t>Lagun es una app gratuita que se instala desde el navegador. Igel te acompaña a entender cómo te sientes: guardas tus emociones en una jarra, hablas con una IA preparada para cada tema y encuentras herramientas para cuatro áreas de tu vida.</a:t>
            </a:r>
            <a:endParaRPr sz="3800" b="0" i="0" u="none" strike="noStrike" cap="none">
              <a:solidFill>
                <a:srgbClr val="444447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pic>
        <p:nvPicPr>
          <p:cNvPr id="901" name="Igel tranquilo" descr="Igel tranquil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00000" y="9139000"/>
            <a:ext cx="3600000" cy="3600000"/>
          </a:xfrm>
          <a:prstGeom prst="rect">
            <a:avLst/>
          </a:prstGeom>
          <a:ln>
            <a:noFill/>
          </a:ln>
        </p:spPr>
      </p:pic>
      <p:sp>
        <p:nvSpPr>
          <p:cNvPr id="902" name="Estudios"/>
          <p:cNvSpPr/>
          <p:nvPr/>
        </p:nvSpPr>
        <p:spPr>
          <a:xfrm>
            <a:off x="650000" y="9900000"/>
            <a:ext cx="3400000" cy="1500000"/>
          </a:xfrm>
          <a:prstGeom prst="roundRect">
            <a:avLst>
              <a:gd name="adj" fmla="val 50000"/>
            </a:avLst>
          </a:prstGeom>
          <a:solidFill>
            <a:srgbClr val="FBDC4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s-ES" sz="3600">
                <a:solidFill>
                  <a:srgbClr val="1818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Estudios</a:t>
            </a:r>
          </a:p>
        </p:txBody>
      </p:sp>
      <p:sp>
        <p:nvSpPr>
          <p:cNvPr id="903" name="Social"/>
          <p:cNvSpPr/>
          <p:nvPr/>
        </p:nvSpPr>
        <p:spPr>
          <a:xfrm>
            <a:off x="4500000" y="9900000"/>
            <a:ext cx="3400000" cy="1500000"/>
          </a:xfrm>
          <a:prstGeom prst="roundRect">
            <a:avLst>
              <a:gd name="adj" fmla="val 50000"/>
            </a:avLst>
          </a:prstGeom>
          <a:solidFill>
            <a:srgbClr val="5DD8D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s-ES" sz="3600">
                <a:solidFill>
                  <a:srgbClr val="1818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Social</a:t>
            </a:r>
          </a:p>
        </p:txBody>
      </p:sp>
      <p:sp>
        <p:nvSpPr>
          <p:cNvPr id="904" name="Familia"/>
          <p:cNvSpPr/>
          <p:nvPr/>
        </p:nvSpPr>
        <p:spPr>
          <a:xfrm>
            <a:off x="8350000" y="9900000"/>
            <a:ext cx="3400000" cy="1500000"/>
          </a:xfrm>
          <a:prstGeom prst="roundRect">
            <a:avLst>
              <a:gd name="adj" fmla="val 50000"/>
            </a:avLst>
          </a:prstGeom>
          <a:solidFill>
            <a:srgbClr val="FF83C4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s-ES" sz="3600">
                <a:solidFill>
                  <a:srgbClr val="1818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Familia</a:t>
            </a:r>
          </a:p>
        </p:txBody>
      </p:sp>
      <p:sp>
        <p:nvSpPr>
          <p:cNvPr id="905" name="Identidad"/>
          <p:cNvSpPr/>
          <p:nvPr/>
        </p:nvSpPr>
        <p:spPr>
          <a:xfrm>
            <a:off x="12200000" y="9900000"/>
            <a:ext cx="3400000" cy="1500000"/>
          </a:xfrm>
          <a:prstGeom prst="roundRect">
            <a:avLst>
              <a:gd name="adj" fmla="val 50000"/>
            </a:avLst>
          </a:prstGeom>
          <a:solidFill>
            <a:srgbClr val="A7E3F6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s-ES" sz="3600">
                <a:solidFill>
                  <a:srgbClr val="1818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Identidad</a:t>
            </a:r>
          </a:p>
        </p:txBody>
      </p:sp>
      <p:sp>
        <p:nvSpPr>
          <p:cNvPr id="906" name="Texto 906"/>
          <p:cNvSpPr txBox="1"/>
          <p:nvPr/>
        </p:nvSpPr>
        <p:spPr>
          <a:xfrm>
            <a:off x="650000" y="11900000"/>
            <a:ext cx="15000000" cy="8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ES" sz="2700" b="0">
                <a:solidFill>
                  <a:srgbClr val="181832"/>
                </a:solidFill>
                <a:latin typeface="Source Serif 4"/>
                <a:ea typeface="Source Serif 4"/>
                <a:cs typeface="Source Serif 4"/>
                <a:sym typeface="Source Serif 4"/>
              </a:rPr>
              <a:t>Disponible en castellano, catalán, euskera, gallego e inglés</a:t>
            </a:r>
          </a:p>
        </p:txBody>
      </p:sp>
      <p:grpSp>
        <p:nvGrpSpPr>
          <p:cNvPr id="175" name="Google Shape;175;g3af027dcdef_0_1"/>
          <p:cNvGrpSpPr/>
          <p:nvPr/>
        </p:nvGrpSpPr>
        <p:grpSpPr>
          <a:xfrm>
            <a:off x="-78650" y="-31769"/>
            <a:ext cx="21493200" cy="1092275"/>
            <a:chOff x="-78650" y="-27286"/>
            <a:chExt cx="21493200" cy="1092275"/>
          </a:xfrm>
        </p:grpSpPr>
        <p:sp>
          <p:nvSpPr>
            <p:cNvPr id="176" name="Google Shape;176;g3af027dcdef_0_1"/>
            <p:cNvSpPr/>
            <p:nvPr/>
          </p:nvSpPr>
          <p:spPr>
            <a:xfrm>
              <a:off x="-78650" y="-27275"/>
              <a:ext cx="21493200" cy="1065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77" name="Google Shape;177;g3af027dcdef_0_1" title="unicefRecurso 2.png"/>
            <p:cNvPicPr preferRelativeResize="0"/>
            <p:nvPr/>
          </p:nvPicPr>
          <p:blipFill rotWithShape="1">
            <a:blip r:embed="rId3">
              <a:alphaModFix/>
            </a:blip>
            <a:srcRect l="-124065" t="2460" b="-2460"/>
            <a:stretch/>
          </p:blipFill>
          <p:spPr>
            <a:xfrm>
              <a:off x="13701225" y="-27286"/>
              <a:ext cx="7711626" cy="10922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8" name="Google Shape;178;g3af027dcdef_0_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19545" y="180070"/>
              <a:ext cx="3492825" cy="7544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af027dcdef_0_7"/>
          <p:cNvSpPr/>
          <p:nvPr/>
        </p:nvSpPr>
        <p:spPr>
          <a:xfrm>
            <a:off x="3000000" y="1581875"/>
            <a:ext cx="15336000" cy="9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9B76E"/>
              </a:buClr>
              <a:buSzPts val="9000"/>
              <a:buFont typeface="Helvetica Neue"/>
              <a:buNone/>
            </a:pPr>
            <a:r>
              <a:rPr lang="en-US" sz="4800" b="0" i="0" u="none" strike="noStrike" cap="none">
                <a:solidFill>
                  <a:srgbClr val="1818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¿Por qué Lagun es valioso?</a:t>
            </a:r>
            <a:endParaRPr sz="4800" b="0" i="0" u="none" strike="noStrike" cap="none">
              <a:solidFill>
                <a:srgbClr val="18183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84" name="Google Shape;184;g3af027dcdef_0_7"/>
          <p:cNvSpPr/>
          <p:nvPr/>
        </p:nvSpPr>
        <p:spPr>
          <a:xfrm>
            <a:off x="460900" y="10160256"/>
            <a:ext cx="6190000" cy="7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9E7E9"/>
              </a:buClr>
              <a:buSzPts val="4200"/>
              <a:buFont typeface="Helvetica Neue"/>
              <a:buNone/>
            </a:pPr>
            <a:r>
              <a:rPr lang="en-US" sz="4200" b="0" i="0" u="none" strike="noStrike" cap="none">
                <a:solidFill>
                  <a:srgbClr val="FBDC4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Sin presión</a:t>
            </a:r>
            <a:endParaRPr sz="1400" b="0" i="0" u="none" strike="noStrike" cap="none">
              <a:solidFill>
                <a:srgbClr val="FBDC4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85" name="Google Shape;185;g3af027dcdef_0_7"/>
          <p:cNvSpPr/>
          <p:nvPr/>
        </p:nvSpPr>
        <p:spPr>
          <a:xfrm>
            <a:off x="960900" y="11035552"/>
            <a:ext cx="5190300" cy="17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Helvetica Neue"/>
              <a:buNone/>
            </a:pPr>
            <a:r>
              <a:rPr lang="en-US" sz="2700" b="0" i="0" u="none" strike="noStrike" cap="none">
                <a:solidFill>
                  <a:srgbClr val="000000"/>
                </a:solidFill>
                <a:latin typeface="Source Serif 4 Light"/>
                <a:ea typeface="Source Serif 4 Light"/>
                <a:cs typeface="Source Serif 4 Light"/>
                <a:sym typeface="Source Serif 4 Light"/>
              </a:rPr>
              <a:t>Sin rachas, sin notas, sin culpa. Entras cuando lo necesitas.</a:t>
            </a:r>
            <a:endParaRPr sz="2700" b="0" i="0" u="none" strike="noStrike" cap="none">
              <a:solidFill>
                <a:srgbClr val="000000"/>
              </a:solidFill>
              <a:latin typeface="Source Serif 4 Light"/>
              <a:ea typeface="Source Serif 4 Light"/>
              <a:cs typeface="Source Serif 4 Light"/>
              <a:sym typeface="Source Serif 4 Light"/>
            </a:endParaRPr>
          </a:p>
        </p:txBody>
      </p:sp>
      <p:sp>
        <p:nvSpPr>
          <p:cNvPr id="186" name="Google Shape;186;g3af027dcdef_0_7"/>
          <p:cNvSpPr/>
          <p:nvPr/>
        </p:nvSpPr>
        <p:spPr>
          <a:xfrm>
            <a:off x="1911550" y="2621943"/>
            <a:ext cx="17070300" cy="8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447"/>
              </a:buClr>
              <a:buSzPts val="3800"/>
              <a:buFont typeface="Helvetica Neue"/>
              <a:buNone/>
            </a:pPr>
            <a:r>
              <a:rPr lang="en-US" sz="3800" b="0" i="0" u="none" strike="noStrike" cap="none">
                <a:solidFill>
                  <a:srgbClr val="444447"/>
                </a:solidFill>
                <a:latin typeface="Source Serif 4 Light"/>
                <a:ea typeface="Source Serif 4 Light"/>
                <a:cs typeface="Source Serif 4 Light"/>
                <a:sym typeface="Source Serif 4 Light"/>
              </a:rPr>
              <a:t>Cuidarse sin que se convierta en otra obligación</a:t>
            </a:r>
            <a:endParaRPr sz="3800" b="0" i="0" u="none" strike="noStrike" cap="none">
              <a:solidFill>
                <a:srgbClr val="444447"/>
              </a:solidFill>
              <a:latin typeface="Source Serif 4 Light"/>
              <a:ea typeface="Source Serif 4 Light"/>
              <a:cs typeface="Source Serif 4 Light"/>
              <a:sym typeface="Source Serif 4 Light"/>
            </a:endParaRPr>
          </a:p>
        </p:txBody>
      </p:sp>
      <p:sp>
        <p:nvSpPr>
          <p:cNvPr id="187" name="Google Shape;187;g3af027dcdef_0_7"/>
          <p:cNvSpPr/>
          <p:nvPr/>
        </p:nvSpPr>
        <p:spPr>
          <a:xfrm>
            <a:off x="0" y="4048678"/>
            <a:ext cx="7112100" cy="5824500"/>
          </a:xfrm>
          <a:prstGeom prst="rect">
            <a:avLst/>
          </a:prstGeom>
          <a:solidFill>
            <a:srgbClr val="FBDC4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g3af027dcdef_0_7"/>
          <p:cNvSpPr/>
          <p:nvPr/>
        </p:nvSpPr>
        <p:spPr>
          <a:xfrm>
            <a:off x="7111888" y="4048678"/>
            <a:ext cx="7112100" cy="5824500"/>
          </a:xfrm>
          <a:prstGeom prst="rect">
            <a:avLst/>
          </a:prstGeom>
          <a:solidFill>
            <a:srgbClr val="5DD8D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g3af027dcdef_0_7"/>
          <p:cNvSpPr/>
          <p:nvPr/>
        </p:nvSpPr>
        <p:spPr>
          <a:xfrm>
            <a:off x="14223879" y="4048678"/>
            <a:ext cx="7112100" cy="5824500"/>
          </a:xfrm>
          <a:prstGeom prst="rect">
            <a:avLst/>
          </a:prstGeom>
          <a:solidFill>
            <a:srgbClr val="FF83C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g3af027dcdef_0_7"/>
          <p:cNvSpPr/>
          <p:nvPr/>
        </p:nvSpPr>
        <p:spPr>
          <a:xfrm>
            <a:off x="7572800" y="10160256"/>
            <a:ext cx="6190000" cy="7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9E7E9"/>
              </a:buClr>
              <a:buSzPts val="4200"/>
              <a:buFont typeface="Helvetica Neue"/>
              <a:buNone/>
            </a:pPr>
            <a:r>
              <a:rPr lang="en-US" sz="4200" b="0" i="0" u="none" strike="noStrike" cap="none">
                <a:solidFill>
                  <a:srgbClr val="5DD8D5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IA que te entiende</a:t>
            </a:r>
            <a:endParaRPr sz="1400" b="0" i="0" u="none" strike="noStrike" cap="none">
              <a:solidFill>
                <a:srgbClr val="5DD8D5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91" name="Google Shape;191;g3af027dcdef_0_7"/>
          <p:cNvSpPr/>
          <p:nvPr/>
        </p:nvSpPr>
        <p:spPr>
          <a:xfrm>
            <a:off x="8072800" y="11035552"/>
            <a:ext cx="5190300" cy="17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Helvetica Neue"/>
              <a:buNone/>
            </a:pPr>
            <a:r>
              <a:rPr lang="en-US" sz="2700" b="0" i="0" u="none" strike="noStrike" cap="none">
                <a:solidFill>
                  <a:srgbClr val="000000"/>
                </a:solidFill>
                <a:latin typeface="Source Serif 4 Light"/>
                <a:ea typeface="Source Serif 4 Light"/>
                <a:cs typeface="Source Serif 4 Light"/>
                <a:sym typeface="Source Serif 4 Light"/>
              </a:rPr>
              <a:t>Especializada en cada tema y conecta tus exámenes con tu ánimo.</a:t>
            </a:r>
            <a:endParaRPr sz="2700" b="0" i="0" u="none" strike="noStrike" cap="none">
              <a:solidFill>
                <a:srgbClr val="000000"/>
              </a:solidFill>
              <a:latin typeface="Source Serif 4 Light"/>
              <a:ea typeface="Source Serif 4 Light"/>
              <a:cs typeface="Source Serif 4 Light"/>
              <a:sym typeface="Source Serif 4 Light"/>
            </a:endParaRPr>
          </a:p>
        </p:txBody>
      </p:sp>
      <p:sp>
        <p:nvSpPr>
          <p:cNvPr id="192" name="Google Shape;192;g3af027dcdef_0_7"/>
          <p:cNvSpPr/>
          <p:nvPr/>
        </p:nvSpPr>
        <p:spPr>
          <a:xfrm>
            <a:off x="14684700" y="10160256"/>
            <a:ext cx="6190000" cy="7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9E7E9"/>
              </a:buClr>
              <a:buSzPts val="4200"/>
              <a:buFont typeface="Helvetica Neue"/>
              <a:buNone/>
            </a:pPr>
            <a:r>
              <a:rPr lang="en-US" sz="4200" b="0" i="0" u="none" strike="noStrike" cap="none">
                <a:solidFill>
                  <a:srgbClr val="FF83C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Seguridad primero</a:t>
            </a:r>
            <a:endParaRPr sz="1400" b="0" i="0" u="none" strike="noStrike" cap="none">
              <a:solidFill>
                <a:srgbClr val="FF83C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93" name="Google Shape;193;g3af027dcdef_0_7"/>
          <p:cNvSpPr/>
          <p:nvPr/>
        </p:nvSpPr>
        <p:spPr>
          <a:xfrm>
            <a:off x="15184700" y="11035552"/>
            <a:ext cx="5190300" cy="17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Helvetica Neue"/>
              <a:buNone/>
            </a:pPr>
            <a:r>
              <a:rPr lang="en-US" sz="2700" b="0" i="0" u="none" strike="noStrike" cap="none">
                <a:solidFill>
                  <a:srgbClr val="000000"/>
                </a:solidFill>
                <a:latin typeface="Source Serif 4 Light"/>
                <a:ea typeface="Source Serif 4 Light"/>
                <a:cs typeface="Source Serif 4 Light"/>
                <a:sym typeface="Source Serif 4 Light"/>
              </a:rPr>
              <a:t>Detecta señales de crisis y muestra ayuda real al momento.</a:t>
            </a:r>
            <a:endParaRPr sz="2700" b="0" i="0" u="none" strike="noStrike" cap="none">
              <a:solidFill>
                <a:srgbClr val="000000"/>
              </a:solidFill>
              <a:latin typeface="Source Serif 4 Light"/>
              <a:ea typeface="Source Serif 4 Light"/>
              <a:cs typeface="Source Serif 4 Light"/>
              <a:sym typeface="Source Serif 4 Light"/>
            </a:endParaRPr>
          </a:p>
        </p:txBody>
      </p:sp>
      <p:pic>
        <p:nvPicPr>
          <p:cNvPr id="901" name="Igel dormido" descr="Igel dormid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6050" y="4610928"/>
            <a:ext cx="4700000" cy="4700000"/>
          </a:xfrm>
          <a:prstGeom prst="rect">
            <a:avLst/>
          </a:prstGeom>
          <a:ln>
            <a:noFill/>
          </a:ln>
        </p:spPr>
      </p:pic>
      <p:pic>
        <p:nvPicPr>
          <p:cNvPr id="902" name="Igel estudiando" descr="Igel estudiand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7938" y="4610928"/>
            <a:ext cx="4700000" cy="4700000"/>
          </a:xfrm>
          <a:prstGeom prst="rect">
            <a:avLst/>
          </a:prstGeom>
          <a:ln>
            <a:noFill/>
          </a:ln>
        </p:spPr>
      </p:pic>
      <p:pic>
        <p:nvPicPr>
          <p:cNvPr id="903" name="Igel feliz" descr="Igel feliz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429826" y="4610928"/>
            <a:ext cx="4700000" cy="4700000"/>
          </a:xfrm>
          <a:prstGeom prst="rect">
            <a:avLst/>
          </a:prstGeom>
          <a:ln>
            <a:noFill/>
          </a:ln>
        </p:spPr>
      </p:pic>
      <p:grpSp>
        <p:nvGrpSpPr>
          <p:cNvPr id="200" name="Google Shape;200;g3af027dcdef_0_7"/>
          <p:cNvGrpSpPr/>
          <p:nvPr/>
        </p:nvGrpSpPr>
        <p:grpSpPr>
          <a:xfrm>
            <a:off x="-78650" y="-31769"/>
            <a:ext cx="21493200" cy="1092275"/>
            <a:chOff x="-78650" y="-27286"/>
            <a:chExt cx="21493200" cy="1092275"/>
          </a:xfrm>
        </p:grpSpPr>
        <p:sp>
          <p:nvSpPr>
            <p:cNvPr id="201" name="Google Shape;201;g3af027dcdef_0_7"/>
            <p:cNvSpPr/>
            <p:nvPr/>
          </p:nvSpPr>
          <p:spPr>
            <a:xfrm>
              <a:off x="-78650" y="-27275"/>
              <a:ext cx="21493200" cy="1065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02" name="Google Shape;202;g3af027dcdef_0_7" title="unicefRecurso 2.png"/>
            <p:cNvPicPr preferRelativeResize="0"/>
            <p:nvPr/>
          </p:nvPicPr>
          <p:blipFill rotWithShape="1">
            <a:blip r:embed="rId3">
              <a:alphaModFix/>
            </a:blip>
            <a:srcRect l="-124065" t="2460" b="-2460"/>
            <a:stretch/>
          </p:blipFill>
          <p:spPr>
            <a:xfrm>
              <a:off x="13701225" y="-27286"/>
              <a:ext cx="7711626" cy="10922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3" name="Google Shape;203;g3af027dcdef_0_7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19545" y="180070"/>
              <a:ext cx="3492825" cy="7544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af027dcdef_0_22"/>
          <p:cNvSpPr/>
          <p:nvPr/>
        </p:nvSpPr>
        <p:spPr>
          <a:xfrm>
            <a:off x="606150" y="2024248"/>
            <a:ext cx="5302800" cy="11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54B16E"/>
              </a:buClr>
              <a:buSzPts val="15000"/>
              <a:buFont typeface="Helvetica Neue"/>
              <a:buNone/>
            </a:pPr>
            <a:r>
              <a:rPr lang="en-US" sz="4200" b="1" i="0" u="none" strike="noStrike" cap="none">
                <a:solidFill>
                  <a:srgbClr val="FF2478"/>
                </a:solidFill>
                <a:latin typeface="Source Serif 4 SemiBold"/>
                <a:ea typeface="Source Serif 4 SemiBold"/>
                <a:cs typeface="Source Serif 4 SemiBold"/>
                <a:sym typeface="Source Serif 4 SemiBold"/>
              </a:rPr>
              <a:t>Modelo de negocio de impacto</a:t>
            </a:r>
            <a:endParaRPr sz="4200" b="1" i="0" u="none" strike="noStrike" cap="none">
              <a:solidFill>
                <a:srgbClr val="FF2478"/>
              </a:solidFill>
              <a:latin typeface="Source Serif 4 SemiBold"/>
              <a:ea typeface="Source Serif 4 SemiBold"/>
              <a:cs typeface="Source Serif 4 SemiBold"/>
              <a:sym typeface="Source Serif 4 SemiBold"/>
            </a:endParaRPr>
          </a:p>
        </p:txBody>
      </p:sp>
      <p:sp>
        <p:nvSpPr>
          <p:cNvPr id="209" name="Google Shape;209;g3af027dcdef_0_22"/>
          <p:cNvSpPr/>
          <p:nvPr/>
        </p:nvSpPr>
        <p:spPr>
          <a:xfrm>
            <a:off x="16630350" y="8969350"/>
            <a:ext cx="4137600" cy="3815100"/>
          </a:xfrm>
          <a:prstGeom prst="rect">
            <a:avLst/>
          </a:prstGeom>
          <a:solidFill>
            <a:srgbClr val="5DD8D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1" name="Google Shape;211;g3af027dcdef_0_22"/>
          <p:cNvCxnSpPr/>
          <p:nvPr/>
        </p:nvCxnSpPr>
        <p:spPr>
          <a:xfrm>
            <a:off x="687507" y="1830217"/>
            <a:ext cx="1776600" cy="0"/>
          </a:xfrm>
          <a:prstGeom prst="straightConnector1">
            <a:avLst/>
          </a:prstGeom>
          <a:noFill/>
          <a:ln w="38100" cap="flat" cmpd="sng">
            <a:solidFill>
              <a:srgbClr val="FF2478"/>
            </a:solidFill>
            <a:prstDash val="solid"/>
            <a:miter lim="0"/>
            <a:headEnd type="none" w="sm" len="sm"/>
            <a:tailEnd type="none" w="sm" len="sm"/>
          </a:ln>
        </p:spPr>
      </p:cxnSp>
      <p:sp>
        <p:nvSpPr>
          <p:cNvPr id="212" name="Google Shape;212;g3af027dcdef_0_22"/>
          <p:cNvSpPr/>
          <p:nvPr/>
        </p:nvSpPr>
        <p:spPr>
          <a:xfrm>
            <a:off x="758550" y="3765600"/>
            <a:ext cx="14600000" cy="8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>
                <a:srgbClr val="444447"/>
              </a:buClr>
              <a:buSzPts val="3800"/>
              <a:buFont typeface="Helvetica Neue"/>
              <a:buNone/>
            </a:pPr>
            <a:r>
              <a:rPr lang="en-US" sz="3800" b="0" i="0" u="none" strike="noStrike" cap="none">
                <a:solidFill>
                  <a:srgbClr val="444447"/>
                </a:solidFill>
                <a:latin typeface="Poppins Light"/>
                <a:ea typeface="Poppins Light"/>
                <a:cs typeface="Poppins Light"/>
                <a:sym typeface="Poppins Light"/>
              </a:rPr>
              <a:t>Gratis para siempre para jóvenes: sin anuncios ni pagos. La tienda de Igel funciona con puntos que ganas cuidándote, no con dinero.</a:t>
            </a:r>
            <a:endParaRPr sz="3800" b="0" i="0" u="none" strike="noStrike" cap="none">
              <a:solidFill>
                <a:srgbClr val="444447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>
                <a:srgbClr val="444447"/>
              </a:buClr>
              <a:buSzPts val="3800"/>
              <a:buFont typeface="Helvetica Neue"/>
              <a:buNone/>
            </a:pPr>
            <a:r>
              <a:rPr lang="en-US" sz="3800" b="0" i="0" u="none" strike="noStrike" cap="none">
                <a:solidFill>
                  <a:srgbClr val="444447"/>
                </a:solidFill>
                <a:latin typeface="Poppins Light"/>
                <a:ea typeface="Poppins Light"/>
                <a:cs typeface="Poppins Light"/>
                <a:sym typeface="Poppins Light"/>
              </a:rPr>
              <a:t>Exploramos licencias para institutos y ayuntamientos, con un panel anónimo de cómo está su alumnado, y el apoyo de fundaciones y convocatorias de impacto.</a:t>
            </a:r>
            <a:endParaRPr sz="3800" b="0" i="0" u="none" strike="noStrike" cap="none">
              <a:solidFill>
                <a:srgbClr val="444447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>
                <a:srgbClr val="444447"/>
              </a:buClr>
              <a:buSzPts val="3800"/>
              <a:buFont typeface="Helvetica Neue"/>
              <a:buNone/>
            </a:pPr>
            <a:r>
              <a:rPr lang="en-US" sz="3800" b="0" i="0" u="none" strike="noStrike" cap="none">
                <a:solidFill>
                  <a:srgbClr val="444447"/>
                </a:solidFill>
                <a:latin typeface="Poppins Light"/>
                <a:ea typeface="Poppins Light"/>
                <a:cs typeface="Poppins Light"/>
                <a:sym typeface="Poppins Light"/>
              </a:rPr>
              <a:t>Costes muy bajos: la IA y los servidores tienen planes gratuitos para empezar.</a:t>
            </a:r>
            <a:endParaRPr sz="3800" b="0" i="0" u="none" strike="noStrike" cap="none">
              <a:solidFill>
                <a:srgbClr val="444447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pic>
        <p:nvPicPr>
          <p:cNvPr id="901" name="Igel corona" descr="Igel coron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00000" y="9139000"/>
            <a:ext cx="3600000" cy="3600000"/>
          </a:xfrm>
          <a:prstGeom prst="rect">
            <a:avLst/>
          </a:prstGeom>
          <a:ln>
            <a:noFill/>
          </a:ln>
        </p:spPr>
      </p:pic>
      <p:grpSp>
        <p:nvGrpSpPr>
          <p:cNvPr id="213" name="Google Shape;213;g3af027dcdef_0_22"/>
          <p:cNvGrpSpPr/>
          <p:nvPr/>
        </p:nvGrpSpPr>
        <p:grpSpPr>
          <a:xfrm>
            <a:off x="-78650" y="-31769"/>
            <a:ext cx="21493200" cy="1092275"/>
            <a:chOff x="-78650" y="-27286"/>
            <a:chExt cx="21493200" cy="1092275"/>
          </a:xfrm>
        </p:grpSpPr>
        <p:sp>
          <p:nvSpPr>
            <p:cNvPr id="214" name="Google Shape;214;g3af027dcdef_0_22"/>
            <p:cNvSpPr/>
            <p:nvPr/>
          </p:nvSpPr>
          <p:spPr>
            <a:xfrm>
              <a:off x="-78650" y="-27275"/>
              <a:ext cx="21493200" cy="1065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15" name="Google Shape;215;g3af027dcdef_0_22" title="unicefRecurso 2.png"/>
            <p:cNvPicPr preferRelativeResize="0"/>
            <p:nvPr/>
          </p:nvPicPr>
          <p:blipFill rotWithShape="1">
            <a:blip r:embed="rId3">
              <a:alphaModFix/>
            </a:blip>
            <a:srcRect l="-124065" t="2460" b="-2460"/>
            <a:stretch/>
          </p:blipFill>
          <p:spPr>
            <a:xfrm>
              <a:off x="13701225" y="-27286"/>
              <a:ext cx="7711626" cy="10922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6" name="Google Shape;216;g3af027dcdef_0_22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19545" y="180070"/>
              <a:ext cx="3492825" cy="7544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f458572ba6_0_0"/>
          <p:cNvSpPr/>
          <p:nvPr/>
        </p:nvSpPr>
        <p:spPr>
          <a:xfrm>
            <a:off x="606150" y="3689400"/>
            <a:ext cx="15200000" cy="89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>
                <a:srgbClr val="444447"/>
              </a:buClr>
              <a:buSzPts val="3800"/>
              <a:buFont typeface="Helvetica Neue"/>
              <a:buNone/>
            </a:pPr>
            <a:r>
              <a:rPr lang="en-US" sz="3800" b="0" i="0" u="none" strike="noStrike" cap="none">
                <a:solidFill>
                  <a:srgbClr val="444447"/>
                </a:solidFill>
                <a:latin typeface="Poppins Light"/>
                <a:ea typeface="Poppins Light"/>
                <a:cs typeface="Poppins Light"/>
                <a:sym typeface="Poppins Light"/>
              </a:rPr>
              <a:t>UNICEF: validar el enfoque con jóvenes y llegar a los centros educativos.</a:t>
            </a:r>
            <a:endParaRPr sz="3800" b="0" i="0" u="none" strike="noStrike" cap="none">
              <a:solidFill>
                <a:srgbClr val="444447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>
                <a:srgbClr val="444447"/>
              </a:buClr>
              <a:buSzPts val="3800"/>
              <a:buFont typeface="Helvetica Neue"/>
              <a:buNone/>
            </a:pPr>
            <a:r>
              <a:rPr lang="en-US" sz="3800" b="0" i="0" u="none" strike="noStrike" cap="none">
                <a:solidFill>
                  <a:srgbClr val="444447"/>
                </a:solidFill>
                <a:latin typeface="Poppins Light"/>
                <a:ea typeface="Poppins Light"/>
                <a:cs typeface="Poppins Light"/>
                <a:sym typeface="Poppins Light"/>
              </a:rPr>
              <a:t>Psicólogos: revisar los contenidos y las respuestas de la IA.</a:t>
            </a:r>
            <a:endParaRPr sz="3800" b="0" i="0" u="none" strike="noStrike" cap="none">
              <a:solidFill>
                <a:srgbClr val="444447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>
                <a:srgbClr val="444447"/>
              </a:buClr>
              <a:buSzPts val="3800"/>
              <a:buFont typeface="Helvetica Neue"/>
              <a:buNone/>
            </a:pPr>
            <a:r>
              <a:rPr lang="en-US" sz="3800" b="0" i="0" u="none" strike="noStrike" cap="none">
                <a:solidFill>
                  <a:srgbClr val="444447"/>
                </a:solidFill>
                <a:latin typeface="Poppins Light"/>
                <a:ea typeface="Poppins Light"/>
                <a:cs typeface="Poppins Light"/>
                <a:sym typeface="Poppins Light"/>
              </a:rPr>
              <a:t>Institutos y AMPAs: hacer pilotos reales con alumnado.</a:t>
            </a:r>
            <a:endParaRPr sz="3800" b="0" i="0" u="none" strike="noStrike" cap="none">
              <a:solidFill>
                <a:srgbClr val="444447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>
                <a:srgbClr val="444447"/>
              </a:buClr>
              <a:buSzPts val="3800"/>
              <a:buFont typeface="Helvetica Neue"/>
              <a:buNone/>
            </a:pPr>
            <a:r>
              <a:rPr lang="en-US" sz="3800" b="0" i="0" u="none" strike="noStrike" cap="none">
                <a:solidFill>
                  <a:srgbClr val="444447"/>
                </a:solidFill>
                <a:latin typeface="Poppins Light"/>
                <a:ea typeface="Poppins Light"/>
                <a:cs typeface="Poppins Light"/>
                <a:sym typeface="Poppins Light"/>
              </a:rPr>
              <a:t>Servicios de ayuda como el 024 o la Fundación ANAR: derivar los casos de riesgo.</a:t>
            </a:r>
            <a:endParaRPr sz="3800" b="0" i="0" u="none" strike="noStrike" cap="none">
              <a:solidFill>
                <a:srgbClr val="444447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>
                <a:srgbClr val="444447"/>
              </a:buClr>
              <a:buSzPts val="3800"/>
              <a:buFont typeface="Helvetica Neue"/>
              <a:buNone/>
            </a:pPr>
            <a:r>
              <a:rPr lang="en-US" sz="3800" b="0" i="0" u="none" strike="noStrike" cap="none">
                <a:solidFill>
                  <a:srgbClr val="444447"/>
                </a:solidFill>
                <a:latin typeface="Poppins Light"/>
                <a:ea typeface="Poppins Light"/>
                <a:cs typeface="Poppins Light"/>
                <a:sym typeface="Poppins Light"/>
              </a:rPr>
              <a:t>Asociaciones juveniles: diseñar la app junto a quienes la usan.</a:t>
            </a:r>
            <a:endParaRPr sz="3800" b="0" i="0" u="none" strike="noStrike" cap="none">
              <a:solidFill>
                <a:srgbClr val="444447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222" name="Google Shape;222;g3f458572ba6_0_0"/>
          <p:cNvSpPr/>
          <p:nvPr/>
        </p:nvSpPr>
        <p:spPr>
          <a:xfrm>
            <a:off x="16630350" y="8969350"/>
            <a:ext cx="4137600" cy="3815100"/>
          </a:xfrm>
          <a:prstGeom prst="rect">
            <a:avLst/>
          </a:prstGeom>
          <a:solidFill>
            <a:srgbClr val="FF83C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highlight>
                <a:srgbClr val="FF83C4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g3f458572ba6_0_0"/>
          <p:cNvSpPr/>
          <p:nvPr/>
        </p:nvSpPr>
        <p:spPr>
          <a:xfrm>
            <a:off x="758550" y="2176653"/>
            <a:ext cx="5302800" cy="11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54B16E"/>
              </a:buClr>
              <a:buSzPts val="15000"/>
              <a:buFont typeface="Helvetica Neue"/>
              <a:buNone/>
            </a:pPr>
            <a:r>
              <a:rPr lang="en-US" sz="4200" b="1" i="0" u="none" strike="noStrike" cap="none">
                <a:solidFill>
                  <a:srgbClr val="27AAE2"/>
                </a:solidFill>
                <a:latin typeface="Source Serif 4 SemiBold"/>
                <a:ea typeface="Source Serif 4 SemiBold"/>
                <a:cs typeface="Source Serif 4 SemiBold"/>
                <a:sym typeface="Source Serif 4 SemiBold"/>
              </a:rPr>
              <a:t>Aliados/</a:t>
            </a:r>
            <a:endParaRPr sz="4200" b="1" i="0" u="none" strike="noStrike" cap="none">
              <a:solidFill>
                <a:srgbClr val="27AAE2"/>
              </a:solidFill>
              <a:latin typeface="Source Serif 4 SemiBold"/>
              <a:ea typeface="Source Serif 4 SemiBold"/>
              <a:cs typeface="Source Serif 4 SemiBold"/>
              <a:sym typeface="Source Serif 4 SemiBold"/>
            </a:endParaRPr>
          </a:p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54B16E"/>
              </a:buClr>
              <a:buSzPts val="15000"/>
              <a:buFont typeface="Helvetica Neue"/>
              <a:buNone/>
            </a:pPr>
            <a:r>
              <a:rPr lang="en-US" sz="4200" b="1" i="0" u="none" strike="noStrike" cap="none">
                <a:solidFill>
                  <a:srgbClr val="27AAE2"/>
                </a:solidFill>
                <a:latin typeface="Source Serif 4 SemiBold"/>
                <a:ea typeface="Source Serif 4 SemiBold"/>
                <a:cs typeface="Source Serif 4 SemiBold"/>
                <a:sym typeface="Source Serif 4 SemiBold"/>
              </a:rPr>
              <a:t>Partner Social</a:t>
            </a:r>
            <a:endParaRPr sz="4200" b="1" i="0" u="none" strike="noStrike" cap="none">
              <a:solidFill>
                <a:srgbClr val="27AAE2"/>
              </a:solidFill>
              <a:latin typeface="Source Serif 4 SemiBold"/>
              <a:ea typeface="Source Serif 4 SemiBold"/>
              <a:cs typeface="Source Serif 4 SemiBold"/>
              <a:sym typeface="Source Serif 4 SemiBold"/>
            </a:endParaRPr>
          </a:p>
        </p:txBody>
      </p:sp>
      <p:cxnSp>
        <p:nvCxnSpPr>
          <p:cNvPr id="225" name="Google Shape;225;g3f458572ba6_0_0"/>
          <p:cNvCxnSpPr/>
          <p:nvPr/>
        </p:nvCxnSpPr>
        <p:spPr>
          <a:xfrm>
            <a:off x="839907" y="1982621"/>
            <a:ext cx="1776600" cy="0"/>
          </a:xfrm>
          <a:prstGeom prst="straightConnector1">
            <a:avLst/>
          </a:prstGeom>
          <a:noFill/>
          <a:ln w="38100" cap="flat" cmpd="sng">
            <a:solidFill>
              <a:srgbClr val="27AAE2"/>
            </a:solidFill>
            <a:prstDash val="solid"/>
            <a:miter lim="0"/>
            <a:headEnd type="none" w="sm" len="sm"/>
            <a:tailEnd type="none" w="sm" len="sm"/>
          </a:ln>
        </p:spPr>
      </p:cxnSp>
      <p:pic>
        <p:nvPicPr>
          <p:cNvPr id="901" name="Igel flores" descr="Igel flore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00000" y="9139000"/>
            <a:ext cx="3600000" cy="3600000"/>
          </a:xfrm>
          <a:prstGeom prst="rect">
            <a:avLst/>
          </a:prstGeom>
          <a:ln>
            <a:noFill/>
          </a:ln>
        </p:spPr>
      </p:pic>
      <p:grpSp>
        <p:nvGrpSpPr>
          <p:cNvPr id="226" name="Google Shape;226;g3f458572ba6_0_0"/>
          <p:cNvGrpSpPr/>
          <p:nvPr/>
        </p:nvGrpSpPr>
        <p:grpSpPr>
          <a:xfrm>
            <a:off x="-78650" y="-31769"/>
            <a:ext cx="21493200" cy="1092275"/>
            <a:chOff x="-78650" y="-27286"/>
            <a:chExt cx="21493200" cy="1092275"/>
          </a:xfrm>
        </p:grpSpPr>
        <p:sp>
          <p:nvSpPr>
            <p:cNvPr id="227" name="Google Shape;227;g3f458572ba6_0_0"/>
            <p:cNvSpPr/>
            <p:nvPr/>
          </p:nvSpPr>
          <p:spPr>
            <a:xfrm>
              <a:off x="-78650" y="-27275"/>
              <a:ext cx="21493200" cy="1065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28" name="Google Shape;228;g3f458572ba6_0_0" title="unicefRecurso 2.png"/>
            <p:cNvPicPr preferRelativeResize="0"/>
            <p:nvPr/>
          </p:nvPicPr>
          <p:blipFill rotWithShape="1">
            <a:blip r:embed="rId3">
              <a:alphaModFix/>
            </a:blip>
            <a:srcRect l="-124065" t="2460" b="-2460"/>
            <a:stretch/>
          </p:blipFill>
          <p:spPr>
            <a:xfrm>
              <a:off x="13701225" y="-27286"/>
              <a:ext cx="7711626" cy="10922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9" name="Google Shape;229;g3f458572ba6_0_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19545" y="180070"/>
              <a:ext cx="3492825" cy="7544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1"/>
          <p:cNvSpPr/>
          <p:nvPr/>
        </p:nvSpPr>
        <p:spPr>
          <a:xfrm>
            <a:off x="1911545" y="2750000"/>
            <a:ext cx="17070300" cy="1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447"/>
              </a:buClr>
              <a:buSzPts val="3800"/>
              <a:buFont typeface="Helvetica Neue"/>
              <a:buNone/>
            </a:pPr>
            <a:r>
              <a:rPr lang="en-US" sz="3800" b="0" i="0" u="none" strike="noStrike" cap="none">
                <a:solidFill>
                  <a:srgbClr val="444447"/>
                </a:solidFill>
                <a:latin typeface="Source Serif 4 Light"/>
                <a:ea typeface="Source Serif 4 Light"/>
                <a:cs typeface="Source Serif 4 Light"/>
                <a:sym typeface="Source Serif 4 Light"/>
              </a:rPr>
              <a:t>Lagun ya funciona. Ahora toca probarlo con jóvenes reales.</a:t>
            </a:r>
            <a:endParaRPr sz="3800" b="0" i="0" u="none" strike="noStrike" cap="none">
              <a:solidFill>
                <a:srgbClr val="444447"/>
              </a:solidFill>
              <a:latin typeface="Source Serif 4 Light"/>
              <a:ea typeface="Source Serif 4 Light"/>
              <a:cs typeface="Source Serif 4 Light"/>
              <a:sym typeface="Source Serif 4 Light"/>
            </a:endParaRPr>
          </a:p>
        </p:txBody>
      </p:sp>
      <p:sp>
        <p:nvSpPr>
          <p:cNvPr id="235" name="Google Shape;235;p11"/>
          <p:cNvSpPr/>
          <p:nvPr/>
        </p:nvSpPr>
        <p:spPr>
          <a:xfrm>
            <a:off x="460900" y="10846056"/>
            <a:ext cx="6190000" cy="7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9E7E9"/>
              </a:buClr>
              <a:buSzPts val="4200"/>
              <a:buFont typeface="Helvetica Neue"/>
              <a:buNone/>
            </a:pPr>
            <a:r>
              <a:rPr lang="en-US" sz="4200" b="0" i="0" u="none" strike="noStrike" cap="none">
                <a:solidFill>
                  <a:srgbClr val="FF247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Validar</a:t>
            </a:r>
            <a:endParaRPr sz="1400" b="0" i="0" u="none" strike="noStrike" cap="none">
              <a:solidFill>
                <a:srgbClr val="FF2478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36" name="Google Shape;236;p11"/>
          <p:cNvSpPr/>
          <p:nvPr/>
        </p:nvSpPr>
        <p:spPr>
          <a:xfrm>
            <a:off x="960900" y="11721352"/>
            <a:ext cx="5190300" cy="1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Helvetica Neue"/>
              <a:buNone/>
            </a:pPr>
            <a:r>
              <a:rPr lang="en-US" sz="2700" b="0" i="0" u="none" strike="noStrike" cap="none">
                <a:solidFill>
                  <a:srgbClr val="000000"/>
                </a:solidFill>
                <a:latin typeface="Source Serif 4 Light"/>
                <a:ea typeface="Source Serif 4 Light"/>
                <a:cs typeface="Source Serif 4 Light"/>
                <a:sym typeface="Source Serif 4 Light"/>
              </a:rPr>
              <a:t>Revisar contenidos e IA con psicólogos</a:t>
            </a:r>
            <a:endParaRPr sz="2700" b="0" i="0" u="none" strike="noStrike" cap="none">
              <a:solidFill>
                <a:srgbClr val="000000"/>
              </a:solidFill>
              <a:latin typeface="Source Serif 4 Light"/>
              <a:ea typeface="Source Serif 4 Light"/>
              <a:cs typeface="Source Serif 4 Light"/>
              <a:sym typeface="Source Serif 4 Light"/>
            </a:endParaRPr>
          </a:p>
        </p:txBody>
      </p:sp>
      <p:sp>
        <p:nvSpPr>
          <p:cNvPr id="237" name="Google Shape;237;p11"/>
          <p:cNvSpPr/>
          <p:nvPr/>
        </p:nvSpPr>
        <p:spPr>
          <a:xfrm>
            <a:off x="0" y="4734478"/>
            <a:ext cx="7112100" cy="5824500"/>
          </a:xfrm>
          <a:prstGeom prst="rect">
            <a:avLst/>
          </a:prstGeom>
          <a:solidFill>
            <a:srgbClr val="FF247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1"/>
          <p:cNvSpPr/>
          <p:nvPr/>
        </p:nvSpPr>
        <p:spPr>
          <a:xfrm>
            <a:off x="7111888" y="4734478"/>
            <a:ext cx="7112100" cy="5824500"/>
          </a:xfrm>
          <a:prstGeom prst="rect">
            <a:avLst/>
          </a:prstGeom>
          <a:solidFill>
            <a:srgbClr val="27AAE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11"/>
          <p:cNvSpPr/>
          <p:nvPr/>
        </p:nvSpPr>
        <p:spPr>
          <a:xfrm>
            <a:off x="14223879" y="4734478"/>
            <a:ext cx="7112100" cy="5824500"/>
          </a:xfrm>
          <a:prstGeom prst="rect">
            <a:avLst/>
          </a:prstGeom>
          <a:solidFill>
            <a:srgbClr val="0279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1"/>
          <p:cNvSpPr/>
          <p:nvPr/>
        </p:nvSpPr>
        <p:spPr>
          <a:xfrm>
            <a:off x="7572800" y="10846056"/>
            <a:ext cx="6190000" cy="7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9E7E9"/>
              </a:buClr>
              <a:buSzPts val="4200"/>
              <a:buFont typeface="Helvetica Neue"/>
              <a:buNone/>
            </a:pPr>
            <a:r>
              <a:rPr lang="en-US" sz="4200" b="0" i="0" u="none" strike="noStrike" cap="none">
                <a:solidFill>
                  <a:srgbClr val="27AAE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Piloto</a:t>
            </a:r>
            <a:endParaRPr sz="1400" b="0" i="0" u="none" strike="noStrike" cap="none">
              <a:solidFill>
                <a:srgbClr val="27AAE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1" name="Google Shape;241;p11"/>
          <p:cNvSpPr/>
          <p:nvPr/>
        </p:nvSpPr>
        <p:spPr>
          <a:xfrm>
            <a:off x="8072800" y="11721352"/>
            <a:ext cx="5190300" cy="1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Helvetica Neue"/>
              <a:buNone/>
            </a:pPr>
            <a:r>
              <a:rPr lang="en-US" sz="2700" b="0" i="0" u="none" strike="noStrike" cap="none">
                <a:solidFill>
                  <a:srgbClr val="000000"/>
                </a:solidFill>
                <a:latin typeface="Source Serif 4 Light"/>
                <a:ea typeface="Source Serif 4 Light"/>
                <a:cs typeface="Source Serif 4 Light"/>
                <a:sym typeface="Source Serif 4 Light"/>
              </a:rPr>
              <a:t>Probarlo en 2 o 3 institutos durante un trimestre</a:t>
            </a:r>
            <a:endParaRPr sz="2700" b="0" i="0" u="none" strike="noStrike" cap="none">
              <a:solidFill>
                <a:srgbClr val="000000"/>
              </a:solidFill>
              <a:latin typeface="Source Serif 4 Light"/>
              <a:ea typeface="Source Serif 4 Light"/>
              <a:cs typeface="Source Serif 4 Light"/>
              <a:sym typeface="Source Serif 4 Light"/>
            </a:endParaRPr>
          </a:p>
        </p:txBody>
      </p:sp>
      <p:sp>
        <p:nvSpPr>
          <p:cNvPr id="242" name="Google Shape;242;p11"/>
          <p:cNvSpPr/>
          <p:nvPr/>
        </p:nvSpPr>
        <p:spPr>
          <a:xfrm>
            <a:off x="14684700" y="10846056"/>
            <a:ext cx="6190000" cy="7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9E7E9"/>
              </a:buClr>
              <a:buSzPts val="4200"/>
              <a:buFont typeface="Helvetica Neue"/>
              <a:buNone/>
            </a:pPr>
            <a:r>
              <a:rPr lang="en-US" sz="4200" b="0" i="0" u="none" strike="noStrike" cap="none">
                <a:solidFill>
                  <a:srgbClr val="027957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Medir y crecer</a:t>
            </a:r>
            <a:endParaRPr sz="1400" b="0" i="0" u="none" strike="noStrike" cap="none">
              <a:solidFill>
                <a:srgbClr val="027957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3" name="Google Shape;243;p11"/>
          <p:cNvSpPr/>
          <p:nvPr/>
        </p:nvSpPr>
        <p:spPr>
          <a:xfrm>
            <a:off x="15184700" y="11721352"/>
            <a:ext cx="5190300" cy="1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Helvetica Neue"/>
              <a:buNone/>
            </a:pPr>
            <a:r>
              <a:rPr lang="en-US" sz="2700" b="0" i="0" u="none" strike="noStrike" cap="none">
                <a:solidFill>
                  <a:srgbClr val="000000"/>
                </a:solidFill>
                <a:latin typeface="Source Serif 4 Light"/>
                <a:ea typeface="Source Serif 4 Light"/>
                <a:cs typeface="Source Serif 4 Light"/>
                <a:sym typeface="Source Serif 4 Light"/>
              </a:rPr>
              <a:t>Medir el impacto y abrirlo a más centros</a:t>
            </a:r>
            <a:endParaRPr sz="2700" b="0" i="0" u="none" strike="noStrike" cap="none">
              <a:solidFill>
                <a:srgbClr val="000000"/>
              </a:solidFill>
              <a:latin typeface="Source Serif 4 Light"/>
              <a:ea typeface="Source Serif 4 Light"/>
              <a:cs typeface="Source Serif 4 Light"/>
              <a:sym typeface="Source Serif 4 Light"/>
            </a:endParaRPr>
          </a:p>
        </p:txBody>
      </p:sp>
      <p:sp>
        <p:nvSpPr>
          <p:cNvPr id="250" name="Google Shape;250;p11"/>
          <p:cNvSpPr/>
          <p:nvPr/>
        </p:nvSpPr>
        <p:spPr>
          <a:xfrm>
            <a:off x="5113175" y="1581875"/>
            <a:ext cx="11331900" cy="9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E9B76E"/>
              </a:buClr>
              <a:buSzPts val="9000"/>
              <a:buFont typeface="Helvetica Neue"/>
              <a:buNone/>
            </a:pPr>
            <a:r>
              <a:rPr lang="en-US" sz="4800" b="0" i="0" u="none" strike="noStrike" cap="none">
                <a:solidFill>
                  <a:srgbClr val="1818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Próximos pasos</a:t>
            </a:r>
            <a:endParaRPr sz="4800" b="0" i="0" u="none" strike="noStrike" cap="none">
              <a:solidFill>
                <a:srgbClr val="18183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901" name="Igel tranquilo" descr="Igel tranquil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6050" y="5296728"/>
            <a:ext cx="4700000" cy="4700000"/>
          </a:xfrm>
          <a:prstGeom prst="rect">
            <a:avLst/>
          </a:prstGeom>
          <a:ln>
            <a:noFill/>
          </a:ln>
        </p:spPr>
      </p:pic>
      <p:pic>
        <p:nvPicPr>
          <p:cNvPr id="902" name="Igel emocionado" descr="Igel emocionad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7938" y="5296728"/>
            <a:ext cx="4700000" cy="4700000"/>
          </a:xfrm>
          <a:prstGeom prst="rect">
            <a:avLst/>
          </a:prstGeom>
          <a:ln>
            <a:noFill/>
          </a:ln>
        </p:spPr>
      </p:pic>
      <p:pic>
        <p:nvPicPr>
          <p:cNvPr id="903" name="Igel arcoiris" descr="Igel arcoiri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429826" y="5296728"/>
            <a:ext cx="4700000" cy="4700000"/>
          </a:xfrm>
          <a:prstGeom prst="rect">
            <a:avLst/>
          </a:prstGeom>
          <a:ln>
            <a:noFill/>
          </a:ln>
        </p:spPr>
      </p:pic>
      <p:grpSp>
        <p:nvGrpSpPr>
          <p:cNvPr id="251" name="Google Shape;251;p11"/>
          <p:cNvGrpSpPr/>
          <p:nvPr/>
        </p:nvGrpSpPr>
        <p:grpSpPr>
          <a:xfrm>
            <a:off x="-78650" y="-31769"/>
            <a:ext cx="21493200" cy="1092275"/>
            <a:chOff x="-78650" y="-27286"/>
            <a:chExt cx="21493200" cy="1092275"/>
          </a:xfrm>
        </p:grpSpPr>
        <p:sp>
          <p:nvSpPr>
            <p:cNvPr id="252" name="Google Shape;252;p11"/>
            <p:cNvSpPr/>
            <p:nvPr/>
          </p:nvSpPr>
          <p:spPr>
            <a:xfrm>
              <a:off x="-78650" y="-27275"/>
              <a:ext cx="21493200" cy="1065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53" name="Google Shape;253;p11" title="unicefRecurso 2.png"/>
            <p:cNvPicPr preferRelativeResize="0"/>
            <p:nvPr/>
          </p:nvPicPr>
          <p:blipFill rotWithShape="1">
            <a:blip r:embed="rId3">
              <a:alphaModFix/>
            </a:blip>
            <a:srcRect l="-124065" t="2460" b="-2460"/>
            <a:stretch/>
          </p:blipFill>
          <p:spPr>
            <a:xfrm>
              <a:off x="13701225" y="-27286"/>
              <a:ext cx="7711626" cy="10922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4" name="Google Shape;254;p1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19545" y="180070"/>
              <a:ext cx="3492825" cy="7544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af027dcdef_0_44"/>
          <p:cNvSpPr/>
          <p:nvPr/>
        </p:nvSpPr>
        <p:spPr>
          <a:xfrm>
            <a:off x="-78600" y="-27275"/>
            <a:ext cx="21493200" cy="13362300"/>
          </a:xfrm>
          <a:prstGeom prst="rect">
            <a:avLst/>
          </a:prstGeom>
          <a:solidFill>
            <a:srgbClr val="27AAE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endParaRPr sz="4000" b="0" i="0" u="none" strike="noStrike" cap="none">
              <a:solidFill>
                <a:srgbClr val="FFFFFF"/>
              </a:solidFill>
              <a:highlight>
                <a:srgbClr val="27AAE2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g3af027dcdef_0_44"/>
          <p:cNvSpPr/>
          <p:nvPr/>
        </p:nvSpPr>
        <p:spPr>
          <a:xfrm>
            <a:off x="829025" y="1790704"/>
            <a:ext cx="18412200" cy="2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199C0"/>
              </a:buClr>
              <a:buSzPts val="9600"/>
              <a:buFont typeface="Helvetica Neue"/>
              <a:buNone/>
            </a:pPr>
            <a:r>
              <a:rPr lang="en-US" sz="7600" b="0" i="0" u="none" strike="noStrike" cap="none">
                <a:solidFill>
                  <a:srgbClr val="181832"/>
                </a:solidFill>
                <a:latin typeface="Poppins Light"/>
                <a:ea typeface="Poppins Light"/>
                <a:cs typeface="Poppins Light"/>
                <a:sym typeface="Poppins Light"/>
              </a:rPr>
              <a:t xml:space="preserve">Lo que sientes </a:t>
            </a:r>
            <a:r>
              <a:rPr lang="en-US" sz="7600" b="0" i="0" u="none" strike="noStrike" cap="none">
                <a:solidFill>
                  <a:srgbClr val="181832"/>
                </a:solidFill>
                <a:highlight>
                  <a:srgbClr val="FBDC49"/>
                </a:highlight>
                <a:latin typeface="Poppins Light"/>
                <a:ea typeface="Poppins Light"/>
                <a:cs typeface="Poppins Light"/>
                <a:sym typeface="Poppins Light"/>
              </a:rPr>
              <a:t>importa</a:t>
            </a:r>
            <a:r>
              <a:rPr lang="en-US" sz="7600" b="0" i="0" u="none" strike="noStrike" cap="none">
                <a:solidFill>
                  <a:srgbClr val="181832"/>
                </a:solidFill>
                <a:latin typeface="Poppins Light"/>
                <a:ea typeface="Poppins Light"/>
                <a:cs typeface="Poppins Light"/>
                <a:sym typeface="Poppins Light"/>
              </a:rPr>
              <a:t xml:space="preserve">. Aquí tienes </a:t>
            </a:r>
            <a:r>
              <a:rPr lang="en-US" sz="7600" b="0" i="0" u="none" strike="noStrike" cap="none">
                <a:solidFill>
                  <a:srgbClr val="181832"/>
                </a:solidFill>
                <a:highlight>
                  <a:srgbClr val="FF83C4"/>
                </a:highlight>
                <a:latin typeface="Poppins Light"/>
                <a:ea typeface="Poppins Light"/>
                <a:cs typeface="Poppins Light"/>
                <a:sym typeface="Poppins Light"/>
              </a:rPr>
              <a:t>tu espacio</a:t>
            </a:r>
            <a:r>
              <a:rPr lang="en-US" sz="7600" b="0" i="0" u="none" strike="noStrike" cap="none">
                <a:solidFill>
                  <a:srgbClr val="181832"/>
                </a:solidFill>
                <a:latin typeface="Poppins Light"/>
                <a:ea typeface="Poppins Light"/>
                <a:cs typeface="Poppins Light"/>
                <a:sym typeface="Poppins Light"/>
              </a:rPr>
              <a:t>.</a:t>
            </a:r>
            <a:endParaRPr sz="8500" b="0" i="1" u="none" strike="noStrike" cap="none">
              <a:solidFill>
                <a:srgbClr val="DE317D"/>
              </a:solidFill>
              <a:latin typeface="Source Serif 4 Light"/>
              <a:ea typeface="Source Serif 4 Light"/>
              <a:cs typeface="Source Serif 4 Light"/>
              <a:sym typeface="Source Serif 4 Light"/>
            </a:endParaRPr>
          </a:p>
        </p:txBody>
      </p:sp>
      <p:sp>
        <p:nvSpPr>
          <p:cNvPr id="261" name="Google Shape;261;g3af027dcdef_0_44"/>
          <p:cNvSpPr/>
          <p:nvPr/>
        </p:nvSpPr>
        <p:spPr>
          <a:xfrm>
            <a:off x="829025" y="4750000"/>
            <a:ext cx="17150700" cy="15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D5D1"/>
              </a:buClr>
              <a:buSzPts val="3800"/>
              <a:buFont typeface="Helvetica Neue"/>
              <a:buNone/>
            </a:pPr>
            <a:r>
              <a:rPr lang="en-US" sz="3800" b="0" i="0" u="none" strike="noStrike" cap="none">
                <a:solidFill>
                  <a:srgbClr val="181832"/>
                </a:solidFill>
                <a:latin typeface="Source Serif 4 Light"/>
                <a:ea typeface="Source Serif 4 Light"/>
                <a:cs typeface="Source Serif 4 Light"/>
                <a:sym typeface="Source Serif 4 Light"/>
              </a:rPr>
              <a:t>Queremos llevar Lagun a los institutos junto a UNICEF. ¿Nos ayudáis a probarlo?</a:t>
            </a:r>
            <a:endParaRPr sz="1400" b="0" i="0" u="none" strike="noStrike" cap="none">
              <a:solidFill>
                <a:srgbClr val="181832"/>
              </a:solidFill>
              <a:latin typeface="Source Serif 4 Light"/>
              <a:ea typeface="Source Serif 4 Light"/>
              <a:cs typeface="Source Serif 4 Light"/>
              <a:sym typeface="Source Serif 4 Light"/>
            </a:endParaRPr>
          </a:p>
        </p:txBody>
      </p:sp>
      <p:pic>
        <p:nvPicPr>
          <p:cNvPr id="901" name="Igel feliz" descr="Igel feliz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000" y="7600000"/>
            <a:ext cx="3000000" cy="3000000"/>
          </a:xfrm>
          <a:prstGeom prst="rect">
            <a:avLst/>
          </a:prstGeom>
          <a:ln>
            <a:noFill/>
          </a:ln>
        </p:spPr>
      </p:pic>
      <p:pic>
        <p:nvPicPr>
          <p:cNvPr id="902" name="Igel emocionado" descr="Igel emocionad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8000" y="7600000"/>
            <a:ext cx="3000000" cy="3000000"/>
          </a:xfrm>
          <a:prstGeom prst="rect">
            <a:avLst/>
          </a:prstGeom>
          <a:ln>
            <a:noFill/>
          </a:ln>
        </p:spPr>
      </p:pic>
      <p:pic>
        <p:nvPicPr>
          <p:cNvPr id="903" name="Igel invierno" descr="Igel inviern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08000" y="7600000"/>
            <a:ext cx="3000000" cy="3000000"/>
          </a:xfrm>
          <a:prstGeom prst="rect">
            <a:avLst/>
          </a:prstGeom>
          <a:ln>
            <a:noFill/>
          </a:ln>
        </p:spPr>
      </p:pic>
      <p:pic>
        <p:nvPicPr>
          <p:cNvPr id="904" name="Igel corona" descr="Igel corona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28000" y="7600000"/>
            <a:ext cx="3000000" cy="3000000"/>
          </a:xfrm>
          <a:prstGeom prst="rect">
            <a:avLst/>
          </a:prstGeom>
          <a:ln>
            <a:noFill/>
          </a:ln>
        </p:spPr>
      </p:pic>
      <p:pic>
        <p:nvPicPr>
          <p:cNvPr id="905" name="Igel nenufar" descr="Igel nenufa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148000" y="7600000"/>
            <a:ext cx="3000000" cy="3000000"/>
          </a:xfrm>
          <a:prstGeom prst="rect">
            <a:avLst/>
          </a:prstGeom>
          <a:ln>
            <a:noFill/>
          </a:ln>
        </p:spPr>
      </p:pic>
      <p:pic>
        <p:nvPicPr>
          <p:cNvPr id="906" name="Igel arcoiris" descr="Igel arcoiris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468000" y="7600000"/>
            <a:ext cx="3000000" cy="3000000"/>
          </a:xfrm>
          <a:prstGeom prst="rect">
            <a:avLst/>
          </a:prstGeom>
          <a:ln>
            <a:noFill/>
          </a:ln>
        </p:spPr>
      </p:pic>
      <p:grpSp>
        <p:nvGrpSpPr>
          <p:cNvPr id="264" name="Google Shape;264;g3af027dcdef_0_44"/>
          <p:cNvGrpSpPr/>
          <p:nvPr/>
        </p:nvGrpSpPr>
        <p:grpSpPr>
          <a:xfrm>
            <a:off x="-78650" y="-31769"/>
            <a:ext cx="21493200" cy="1092275"/>
            <a:chOff x="-78650" y="-27286"/>
            <a:chExt cx="21493200" cy="1092275"/>
          </a:xfrm>
        </p:grpSpPr>
        <p:sp>
          <p:nvSpPr>
            <p:cNvPr id="265" name="Google Shape;265;g3af027dcdef_0_44"/>
            <p:cNvSpPr/>
            <p:nvPr/>
          </p:nvSpPr>
          <p:spPr>
            <a:xfrm>
              <a:off x="-78650" y="-27275"/>
              <a:ext cx="21493200" cy="1065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66" name="Google Shape;266;g3af027dcdef_0_44" title="unicefRecurso 2.png"/>
            <p:cNvPicPr preferRelativeResize="0"/>
            <p:nvPr/>
          </p:nvPicPr>
          <p:blipFill rotWithShape="1">
            <a:blip r:embed="rId3">
              <a:alphaModFix/>
            </a:blip>
            <a:srcRect l="-124065" t="2460" b="-2460"/>
            <a:stretch/>
          </p:blipFill>
          <p:spPr>
            <a:xfrm>
              <a:off x="13701225" y="-27286"/>
              <a:ext cx="7711626" cy="10922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7" name="Google Shape;267;g3af027dcdef_0_4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19545" y="180070"/>
              <a:ext cx="3492825" cy="7544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3"/>
          <p:cNvSpPr/>
          <p:nvPr/>
        </p:nvSpPr>
        <p:spPr>
          <a:xfrm>
            <a:off x="-119758" y="-207014"/>
            <a:ext cx="21575400" cy="13535100"/>
          </a:xfrm>
          <a:prstGeom prst="rect">
            <a:avLst/>
          </a:prstGeom>
          <a:solidFill>
            <a:srgbClr val="FBDC49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endParaRPr sz="4000" b="0" i="0" u="none" strike="noStrike" cap="none">
              <a:solidFill>
                <a:srgbClr val="FFFFFF"/>
              </a:solidFill>
              <a:highlight>
                <a:srgbClr val="5DD8D5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3"/>
          <p:cNvSpPr/>
          <p:nvPr/>
        </p:nvSpPr>
        <p:spPr>
          <a:xfrm>
            <a:off x="1456682" y="5295899"/>
            <a:ext cx="18422636" cy="2743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D90"/>
              </a:buClr>
              <a:buSzPts val="17400"/>
              <a:buFont typeface="Helvetica Neue"/>
              <a:buNone/>
            </a:pPr>
            <a:r>
              <a:rPr lang="en-US" sz="16600" b="0" i="0" u="none" strike="noStrike" cap="none">
                <a:solidFill>
                  <a:srgbClr val="1818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¡Muchas gracias!</a:t>
            </a:r>
            <a:endParaRPr sz="600" b="0" i="0" u="none" strike="noStrike" cap="none">
              <a:solidFill>
                <a:srgbClr val="18183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74" name="Google Shape;274;p13" title="LL-0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20075" y="10686017"/>
            <a:ext cx="7495849" cy="1914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1" name="Igel emocionado" descr="Igel emocionad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8000" y="1000000"/>
            <a:ext cx="4200000" cy="42000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af027dcdef_0_1"/>
          <p:cNvSpPr/>
          <p:nvPr/>
        </p:nvSpPr>
        <p:spPr>
          <a:xfrm>
            <a:off x="606150" y="2094550"/>
            <a:ext cx="10000000" cy="11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54B16E"/>
              </a:buClr>
              <a:buSzPts val="15000"/>
              <a:buFont typeface="Helvetica Neue"/>
              <a:buNone/>
            </a:pPr>
            <a:r>
              <a:rPr lang="en-US" sz="4200" b="1" i="0" u="none" strike="noStrike" cap="none">
                <a:solidFill>
                  <a:srgbClr val="5DD8D5"/>
                </a:solidFill>
                <a:latin typeface="Source Serif 4 SemiBold"/>
                <a:ea typeface="Source Serif 4 SemiBold"/>
                <a:cs typeface="Source Serif 4 SemiBold"/>
                <a:sym typeface="Source Serif 4 SemiBold"/>
              </a:rPr>
              <a:t>Así funciona</a:t>
            </a:r>
            <a:endParaRPr sz="4200" b="1" i="0" u="none" strike="noStrike" cap="none">
              <a:solidFill>
                <a:srgbClr val="5DD8D5"/>
              </a:solidFill>
              <a:latin typeface="Source Serif 4 SemiBold"/>
              <a:ea typeface="Source Serif 4 SemiBold"/>
              <a:cs typeface="Source Serif 4 SemiBold"/>
              <a:sym typeface="Source Serif 4 SemiBold"/>
            </a:endParaRPr>
          </a:p>
        </p:txBody>
      </p:sp>
      <p:cxnSp>
        <p:nvCxnSpPr>
          <p:cNvPr id="173" name="Google Shape;173;g3af027dcdef_0_1"/>
          <p:cNvCxnSpPr/>
          <p:nvPr/>
        </p:nvCxnSpPr>
        <p:spPr>
          <a:xfrm>
            <a:off x="687507" y="1838121"/>
            <a:ext cx="1776600" cy="0"/>
          </a:xfrm>
          <a:prstGeom prst="straightConnector1">
            <a:avLst/>
          </a:prstGeom>
          <a:noFill/>
          <a:ln w="38100" cap="flat" cmpd="sng">
            <a:solidFill>
              <a:srgbClr val="5DD8D5"/>
            </a:solidFill>
            <a:prstDash val="solid"/>
            <a:miter lim="0"/>
            <a:headEnd type="none" w="sm" len="sm"/>
            <a:tailEnd type="none" w="sm" len="sm"/>
          </a:ln>
        </p:spPr>
      </p:cxnSp>
      <p:sp>
        <p:nvSpPr>
          <p:cNvPr id="174" name="Google Shape;174;g3af027dcdef_0_1"/>
          <p:cNvSpPr/>
          <p:nvPr/>
        </p:nvSpPr>
        <p:spPr>
          <a:xfrm>
            <a:off x="617445" y="3079799"/>
            <a:ext cx="17070300" cy="9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447"/>
              </a:buClr>
              <a:buSzPts val="3800"/>
              <a:buFont typeface="Helvetica Neue"/>
              <a:buNone/>
            </a:pPr>
            <a:r>
              <a:rPr lang="en-US" sz="3800" b="0" i="0" u="none" strike="noStrike" cap="none">
                <a:solidFill>
                  <a:srgbClr val="444447"/>
                </a:solidFill>
                <a:latin typeface="Poppins Light"/>
                <a:ea typeface="Poppins Light"/>
                <a:cs typeface="Poppins Light"/>
                <a:sym typeface="Poppins Light"/>
              </a:rPr>
              <a:t>Un día cualquiera con Igel.</a:t>
            </a:r>
            <a:endParaRPr sz="3800" b="0" i="0" u="none" strike="noStrike" cap="none">
              <a:solidFill>
                <a:srgbClr val="444447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pic>
        <p:nvPicPr>
          <p:cNvPr id="901" name="Inicio por áreas" descr="Inicio por área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379" y="4250000"/>
            <a:ext cx="3511848" cy="7600000"/>
          </a:xfrm>
          <a:prstGeom prst="roundRect">
            <a:avLst>
              <a:gd name="adj" fmla="val 7000"/>
            </a:avLst>
          </a:prstGeom>
          <a:ln w="38100">
            <a:solidFill>
              <a:srgbClr val="181832"/>
            </a:solidFill>
          </a:ln>
        </p:spPr>
      </p:pic>
      <p:sp>
        <p:nvSpPr>
          <p:cNvPr id="902" name="Texto 902"/>
          <p:cNvSpPr txBox="1"/>
          <p:nvPr/>
        </p:nvSpPr>
        <p:spPr>
          <a:xfrm>
            <a:off x="488379" y="12050000"/>
            <a:ext cx="4111848" cy="8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s-ES" sz="2700" b="0">
                <a:solidFill>
                  <a:srgbClr val="1818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Inicio por áreas</a:t>
            </a:r>
          </a:p>
        </p:txBody>
      </p:sp>
      <p:pic>
        <p:nvPicPr>
          <p:cNvPr id="903" name="Jarra de emociones" descr="Jarra de emocion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50227" y="4250000"/>
            <a:ext cx="3511848" cy="7600000"/>
          </a:xfrm>
          <a:prstGeom prst="roundRect">
            <a:avLst>
              <a:gd name="adj" fmla="val 7000"/>
            </a:avLst>
          </a:prstGeom>
          <a:ln w="38100">
            <a:solidFill>
              <a:srgbClr val="181832"/>
            </a:solidFill>
          </a:ln>
        </p:spPr>
      </p:pic>
      <p:sp>
        <p:nvSpPr>
          <p:cNvPr id="904" name="Texto 904"/>
          <p:cNvSpPr txBox="1"/>
          <p:nvPr/>
        </p:nvSpPr>
        <p:spPr>
          <a:xfrm>
            <a:off x="4550227" y="12050000"/>
            <a:ext cx="4111848" cy="8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s-ES" sz="2700" b="0">
                <a:solidFill>
                  <a:srgbClr val="1818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Jarra de emociones</a:t>
            </a:r>
          </a:p>
        </p:txBody>
      </p:sp>
      <p:pic>
        <p:nvPicPr>
          <p:cNvPr id="905" name="Chat con Igel" descr="Chat con Igel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2075" y="4250000"/>
            <a:ext cx="3511848" cy="7600000"/>
          </a:xfrm>
          <a:prstGeom prst="roundRect">
            <a:avLst>
              <a:gd name="adj" fmla="val 7000"/>
            </a:avLst>
          </a:prstGeom>
          <a:ln w="38100">
            <a:solidFill>
              <a:srgbClr val="181832"/>
            </a:solidFill>
          </a:ln>
        </p:spPr>
      </p:pic>
      <p:sp>
        <p:nvSpPr>
          <p:cNvPr id="906" name="Texto 906"/>
          <p:cNvSpPr txBox="1"/>
          <p:nvPr/>
        </p:nvSpPr>
        <p:spPr>
          <a:xfrm>
            <a:off x="8612075" y="12050000"/>
            <a:ext cx="4111848" cy="8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s-ES" sz="2700" b="0">
                <a:solidFill>
                  <a:srgbClr val="1818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Chat con Igel</a:t>
            </a:r>
          </a:p>
        </p:txBody>
      </p:sp>
      <p:pic>
        <p:nvPicPr>
          <p:cNvPr id="907" name="Exámenes y ánimo" descr="Exámenes y ánim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973924" y="4250000"/>
            <a:ext cx="3511848" cy="7600000"/>
          </a:xfrm>
          <a:prstGeom prst="roundRect">
            <a:avLst>
              <a:gd name="adj" fmla="val 7000"/>
            </a:avLst>
          </a:prstGeom>
          <a:ln w="38100">
            <a:solidFill>
              <a:srgbClr val="181832"/>
            </a:solidFill>
          </a:ln>
        </p:spPr>
      </p:pic>
      <p:sp>
        <p:nvSpPr>
          <p:cNvPr id="908" name="Texto 908"/>
          <p:cNvSpPr txBox="1"/>
          <p:nvPr/>
        </p:nvSpPr>
        <p:spPr>
          <a:xfrm>
            <a:off x="12673924" y="12050000"/>
            <a:ext cx="4111848" cy="8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s-ES" sz="2700" b="0">
                <a:solidFill>
                  <a:srgbClr val="1818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Exámenes y ánimo</a:t>
            </a:r>
          </a:p>
        </p:txBody>
      </p:sp>
      <p:pic>
        <p:nvPicPr>
          <p:cNvPr id="909" name="Tu progreso" descr="Tu progreso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035772" y="4250000"/>
            <a:ext cx="3511848" cy="7600000"/>
          </a:xfrm>
          <a:prstGeom prst="roundRect">
            <a:avLst>
              <a:gd name="adj" fmla="val 7000"/>
            </a:avLst>
          </a:prstGeom>
          <a:ln w="38100">
            <a:solidFill>
              <a:srgbClr val="181832"/>
            </a:solidFill>
          </a:ln>
        </p:spPr>
      </p:pic>
      <p:sp>
        <p:nvSpPr>
          <p:cNvPr id="910" name="Texto 910"/>
          <p:cNvSpPr txBox="1"/>
          <p:nvPr/>
        </p:nvSpPr>
        <p:spPr>
          <a:xfrm>
            <a:off x="16735772" y="12050000"/>
            <a:ext cx="4111848" cy="8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s-ES" sz="2700" b="0">
                <a:solidFill>
                  <a:srgbClr val="18183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Tu progreso</a:t>
            </a:r>
          </a:p>
        </p:txBody>
      </p:sp>
      <p:grpSp>
        <p:nvGrpSpPr>
          <p:cNvPr id="175" name="Google Shape;175;g3af027dcdef_0_1"/>
          <p:cNvGrpSpPr/>
          <p:nvPr/>
        </p:nvGrpSpPr>
        <p:grpSpPr>
          <a:xfrm>
            <a:off x="-78650" y="-31769"/>
            <a:ext cx="21493200" cy="1092275"/>
            <a:chOff x="-78650" y="-27286"/>
            <a:chExt cx="21493200" cy="1092275"/>
          </a:xfrm>
        </p:grpSpPr>
        <p:sp>
          <p:nvSpPr>
            <p:cNvPr id="176" name="Google Shape;176;g3af027dcdef_0_1"/>
            <p:cNvSpPr/>
            <p:nvPr/>
          </p:nvSpPr>
          <p:spPr>
            <a:xfrm>
              <a:off x="-78650" y="-27275"/>
              <a:ext cx="21493200" cy="1065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77" name="Google Shape;177;g3af027dcdef_0_1" title="unicefRecurso 2.png"/>
            <p:cNvPicPr preferRelativeResize="0"/>
            <p:nvPr/>
          </p:nvPicPr>
          <p:blipFill rotWithShape="1">
            <a:blip r:embed="rId3">
              <a:alphaModFix/>
            </a:blip>
            <a:srcRect l="-124065" t="2460" b="-2460"/>
            <a:stretch/>
          </p:blipFill>
          <p:spPr>
            <a:xfrm>
              <a:off x="13701225" y="-27286"/>
              <a:ext cx="7711626" cy="10922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8" name="Google Shape;178;g3af027dcdef_0_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19545" y="180070"/>
              <a:ext cx="3492825" cy="7544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f458572ba6_0_0"/>
          <p:cNvSpPr/>
          <p:nvPr/>
        </p:nvSpPr>
        <p:spPr>
          <a:xfrm>
            <a:off x="606150" y="3750000"/>
            <a:ext cx="14000000" cy="89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>
                <a:srgbClr val="444447"/>
              </a:buClr>
              <a:buSzPts val="3800"/>
              <a:buFont typeface="Helvetica Neue"/>
              <a:buNone/>
            </a:pPr>
            <a:r>
              <a:rPr lang="en-US" sz="3800" b="0" i="0" u="none" strike="noStrike" cap="none">
                <a:solidFill>
                  <a:srgbClr val="444447"/>
                </a:solidFill>
                <a:latin typeface="Poppins Light"/>
                <a:ea typeface="Poppins Light"/>
                <a:cs typeface="Poppins Light"/>
                <a:sym typeface="Poppins Light"/>
              </a:rPr>
              <a:t>Detecta señales de crisis en cinco idiomas y muestra ayuda inmediata: 024 y 112.</a:t>
            </a:r>
            <a:endParaRPr sz="3800" b="0" i="0" u="none" strike="noStrike" cap="none">
              <a:solidFill>
                <a:srgbClr val="444447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>
                <a:srgbClr val="444447"/>
              </a:buClr>
              <a:buSzPts val="3800"/>
              <a:buFont typeface="Helvetica Neue"/>
              <a:buNone/>
            </a:pPr>
            <a:r>
              <a:rPr lang="en-US" sz="3800" b="0" i="0" u="none" strike="noStrike" cap="none">
                <a:solidFill>
                  <a:srgbClr val="444447"/>
                </a:solidFill>
                <a:latin typeface="Poppins Light"/>
                <a:ea typeface="Poppins Light"/>
                <a:cs typeface="Poppins Light"/>
                <a:sym typeface="Poppins Light"/>
              </a:rPr>
              <a:t>El chat es efímero: las conversaciones no se guardan.</a:t>
            </a:r>
            <a:endParaRPr sz="3800" b="0" i="0" u="none" strike="noStrike" cap="none">
              <a:solidFill>
                <a:srgbClr val="444447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>
                <a:srgbClr val="444447"/>
              </a:buClr>
              <a:buSzPts val="3800"/>
              <a:buFont typeface="Helvetica Neue"/>
              <a:buNone/>
            </a:pPr>
            <a:r>
              <a:rPr lang="en-US" sz="3800" b="0" i="0" u="none" strike="noStrike" cap="none">
                <a:solidFill>
                  <a:srgbClr val="444447"/>
                </a:solidFill>
                <a:latin typeface="Poppins Light"/>
                <a:ea typeface="Poppins Light"/>
                <a:cs typeface="Poppins Light"/>
                <a:sym typeface="Poppins Light"/>
              </a:rPr>
              <a:t>Solo usuario y contraseña. Sin email, sin teléfono, sin datos personales.</a:t>
            </a:r>
            <a:endParaRPr sz="3800" b="0" i="0" u="none" strike="noStrike" cap="none">
              <a:solidFill>
                <a:srgbClr val="444447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>
                <a:srgbClr val="444447"/>
              </a:buClr>
              <a:buSzPts val="3800"/>
              <a:buFont typeface="Helvetica Neue"/>
              <a:buNone/>
            </a:pPr>
            <a:r>
              <a:rPr lang="en-US" sz="3800" b="0" i="0" u="none" strike="noStrike" cap="none">
                <a:solidFill>
                  <a:srgbClr val="444447"/>
                </a:solidFill>
                <a:latin typeface="Poppins Light"/>
                <a:ea typeface="Poppins Light"/>
                <a:cs typeface="Poppins Light"/>
                <a:sym typeface="Poppins Light"/>
              </a:rPr>
              <a:t>Cada persona solo puede ver sus propios datos.</a:t>
            </a:r>
            <a:endParaRPr sz="3800" b="0" i="0" u="none" strike="noStrike" cap="none">
              <a:solidFill>
                <a:srgbClr val="444447"/>
              </a:solidFill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>
                <a:srgbClr val="444447"/>
              </a:buClr>
              <a:buSzPts val="3800"/>
              <a:buFont typeface="Helvetica Neue"/>
              <a:buNone/>
            </a:pPr>
            <a:r>
              <a:rPr lang="en-US" sz="3800" b="0" i="0" u="none" strike="noStrike" cap="none">
                <a:solidFill>
                  <a:srgbClr val="444447"/>
                </a:solidFill>
                <a:latin typeface="Poppins Light"/>
                <a:ea typeface="Poppins Light"/>
                <a:cs typeface="Poppins Light"/>
                <a:sym typeface="Poppins Light"/>
              </a:rPr>
              <a:t>Igel no sustituye a un profesional: anima a pedir ayuda cuando hace falta.</a:t>
            </a:r>
            <a:endParaRPr sz="3800" b="0" i="0" u="none" strike="noStrike" cap="none">
              <a:solidFill>
                <a:srgbClr val="444447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224" name="Google Shape;224;g3f458572ba6_0_0"/>
          <p:cNvSpPr/>
          <p:nvPr/>
        </p:nvSpPr>
        <p:spPr>
          <a:xfrm>
            <a:off x="758550" y="2176653"/>
            <a:ext cx="5302800" cy="11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54B16E"/>
              </a:buClr>
              <a:buSzPts val="15000"/>
              <a:buFont typeface="Helvetica Neue"/>
              <a:buNone/>
            </a:pPr>
            <a:r>
              <a:rPr lang="en-US" sz="4200" b="1" i="0" u="none" strike="noStrike" cap="none">
                <a:solidFill>
                  <a:srgbClr val="27AAE2"/>
                </a:solidFill>
                <a:latin typeface="Source Serif 4 SemiBold"/>
                <a:ea typeface="Source Serif 4 SemiBold"/>
                <a:cs typeface="Source Serif 4 SemiBold"/>
                <a:sym typeface="Source Serif 4 SemiBold"/>
              </a:rPr>
              <a:t>Seguridad y</a:t>
            </a:r>
            <a:endParaRPr sz="4200" b="1" i="0" u="none" strike="noStrike" cap="none">
              <a:solidFill>
                <a:srgbClr val="27AAE2"/>
              </a:solidFill>
              <a:latin typeface="Source Serif 4 SemiBold"/>
              <a:ea typeface="Source Serif 4 SemiBold"/>
              <a:cs typeface="Source Serif 4 SemiBold"/>
              <a:sym typeface="Source Serif 4 SemiBold"/>
            </a:endParaRPr>
          </a:p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54B16E"/>
              </a:buClr>
              <a:buSzPts val="15000"/>
              <a:buFont typeface="Helvetica Neue"/>
              <a:buNone/>
            </a:pPr>
            <a:r>
              <a:rPr lang="en-US" sz="4200" b="1" i="0" u="none" strike="noStrike" cap="none">
                <a:solidFill>
                  <a:srgbClr val="27AAE2"/>
                </a:solidFill>
                <a:latin typeface="Source Serif 4 SemiBold"/>
                <a:ea typeface="Source Serif 4 SemiBold"/>
                <a:cs typeface="Source Serif 4 SemiBold"/>
                <a:sym typeface="Source Serif 4 SemiBold"/>
              </a:rPr>
              <a:t>privacidad</a:t>
            </a:r>
            <a:endParaRPr sz="4200" b="1" i="0" u="none" strike="noStrike" cap="none">
              <a:solidFill>
                <a:srgbClr val="27AAE2"/>
              </a:solidFill>
              <a:latin typeface="Source Serif 4 SemiBold"/>
              <a:ea typeface="Source Serif 4 SemiBold"/>
              <a:cs typeface="Source Serif 4 SemiBold"/>
              <a:sym typeface="Source Serif 4 SemiBold"/>
            </a:endParaRPr>
          </a:p>
        </p:txBody>
      </p:sp>
      <p:cxnSp>
        <p:nvCxnSpPr>
          <p:cNvPr id="225" name="Google Shape;225;g3f458572ba6_0_0"/>
          <p:cNvCxnSpPr/>
          <p:nvPr/>
        </p:nvCxnSpPr>
        <p:spPr>
          <a:xfrm>
            <a:off x="839907" y="1982621"/>
            <a:ext cx="1776600" cy="0"/>
          </a:xfrm>
          <a:prstGeom prst="straightConnector1">
            <a:avLst/>
          </a:prstGeom>
          <a:noFill/>
          <a:ln w="38100" cap="flat" cmpd="sng">
            <a:solidFill>
              <a:srgbClr val="27AAE2"/>
            </a:solidFill>
            <a:prstDash val="solid"/>
            <a:miter lim="0"/>
            <a:headEnd type="none" w="sm" len="sm"/>
            <a:tailEnd type="none" w="sm" len="sm"/>
          </a:ln>
        </p:spPr>
      </p:cxnSp>
      <p:pic>
        <p:nvPicPr>
          <p:cNvPr id="901" name="Chat: ayuda inmediata" descr="Chat: ayuda inmediat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53061" y="1650000"/>
            <a:ext cx="5082938" cy="11000000"/>
          </a:xfrm>
          <a:prstGeom prst="roundRect">
            <a:avLst>
              <a:gd name="adj" fmla="val 7000"/>
            </a:avLst>
          </a:prstGeom>
          <a:ln w="38100">
            <a:solidFill>
              <a:srgbClr val="181832"/>
            </a:solidFill>
          </a:ln>
        </p:spPr>
      </p:pic>
      <p:grpSp>
        <p:nvGrpSpPr>
          <p:cNvPr id="226" name="Google Shape;226;g3f458572ba6_0_0"/>
          <p:cNvGrpSpPr/>
          <p:nvPr/>
        </p:nvGrpSpPr>
        <p:grpSpPr>
          <a:xfrm>
            <a:off x="-78650" y="-31769"/>
            <a:ext cx="21493200" cy="1092275"/>
            <a:chOff x="-78650" y="-27286"/>
            <a:chExt cx="21493200" cy="1092275"/>
          </a:xfrm>
        </p:grpSpPr>
        <p:sp>
          <p:nvSpPr>
            <p:cNvPr id="227" name="Google Shape;227;g3f458572ba6_0_0"/>
            <p:cNvSpPr/>
            <p:nvPr/>
          </p:nvSpPr>
          <p:spPr>
            <a:xfrm>
              <a:off x="-78650" y="-27275"/>
              <a:ext cx="21493200" cy="1065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28" name="Google Shape;228;g3f458572ba6_0_0" title="unicefRecurso 2.png"/>
            <p:cNvPicPr preferRelativeResize="0"/>
            <p:nvPr/>
          </p:nvPicPr>
          <p:blipFill rotWithShape="1">
            <a:blip r:embed="rId3">
              <a:alphaModFix/>
            </a:blip>
            <a:srcRect l="-124065" t="2460" b="-2460"/>
            <a:stretch/>
          </p:blipFill>
          <p:spPr>
            <a:xfrm>
              <a:off x="13701225" y="-27286"/>
              <a:ext cx="7711626" cy="10922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9" name="Google Shape;229;g3f458572ba6_0_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19545" y="180070"/>
              <a:ext cx="3492825" cy="7544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1743086674C57F46A659C3C8D4DB2F27" ma:contentTypeVersion="9" ma:contentTypeDescription="Crear nuevo documento." ma:contentTypeScope="" ma:versionID="c0629649749d3703e6626b3c463ed973">
  <xsd:schema xmlns:xsd="http://www.w3.org/2001/XMLSchema" xmlns:xs="http://www.w3.org/2001/XMLSchema" xmlns:p="http://schemas.microsoft.com/office/2006/metadata/properties" xmlns:ns2="43901377-86bd-4eaf-b46e-a252fad11216" xmlns:ns3="17d653f2-f83a-4d2c-b83b-7e1eb972444b" targetNamespace="http://schemas.microsoft.com/office/2006/metadata/properties" ma:root="true" ma:fieldsID="1229175097725e146f40944edd4ec5ff" ns2:_="" ns3:_="">
    <xsd:import namespace="43901377-86bd-4eaf-b46e-a252fad11216"/>
    <xsd:import namespace="17d653f2-f83a-4d2c-b83b-7e1eb972444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901377-86bd-4eaf-b46e-a252fad1121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Etiquetas de imagen" ma:readOnly="false" ma:fieldId="{5cf76f15-5ced-4ddc-b409-7134ff3c332f}" ma:taxonomyMulti="true" ma:sspId="b61e3c23-c0d4-414f-b29c-7f3b08c3b0f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d653f2-f83a-4d2c-b83b-7e1eb972444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1e217777-e19c-40fc-8d0d-a6af4fd52e88}" ma:internalName="TaxCatchAll" ma:showField="CatchAllData" ma:web="17d653f2-f83a-4d2c-b83b-7e1eb972444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3901377-86bd-4eaf-b46e-a252fad11216">
      <Terms xmlns="http://schemas.microsoft.com/office/infopath/2007/PartnerControls"/>
    </lcf76f155ced4ddcb4097134ff3c332f>
    <TaxCatchAll xmlns="17d653f2-f83a-4d2c-b83b-7e1eb972444b" xsi:nil="true"/>
  </documentManagement>
</p:properties>
</file>

<file path=customXml/itemProps1.xml><?xml version="1.0" encoding="utf-8"?>
<ds:datastoreItem xmlns:ds="http://schemas.openxmlformats.org/officeDocument/2006/customXml" ds:itemID="{11877DBF-3AF8-4276-BC90-95894192DAD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F407E64-72E1-4120-80AF-2670DCE3C85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3901377-86bd-4eaf-b46e-a252fad11216"/>
    <ds:schemaRef ds:uri="17d653f2-f83a-4d2c-b83b-7e1eb972444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8BE6230-1593-47F0-BDB9-AD6F7FE49648}">
  <ds:schemaRefs>
    <ds:schemaRef ds:uri="http://schemas.microsoft.com/office/2006/metadata/properties"/>
    <ds:schemaRef ds:uri="http://schemas.microsoft.com/office/infopath/2007/PartnerControls"/>
    <ds:schemaRef ds:uri="43901377-86bd-4eaf-b46e-a252fad11216"/>
    <ds:schemaRef ds:uri="17d653f2-f83a-4d2c-b83b-7e1eb972444b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553</Words>
  <Application>Microsoft Office PowerPoint</Application>
  <PresentationFormat>Personalizado</PresentationFormat>
  <Paragraphs>86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2" baseType="lpstr">
      <vt:lpstr>Poppins Medium</vt:lpstr>
      <vt:lpstr>Source Serif 4 Light</vt:lpstr>
      <vt:lpstr>Helvetica Neue</vt:lpstr>
      <vt:lpstr>Arial</vt:lpstr>
      <vt:lpstr>Source Serif 4</vt:lpstr>
      <vt:lpstr>Source Serif 4 Medium</vt:lpstr>
      <vt:lpstr>Poppins Light</vt:lpstr>
      <vt:lpstr>Source Serif 4 SemiBold</vt:lpstr>
      <vt:lpstr>White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Ianire Martín Sanchez</dc:creator>
  <cp:lastModifiedBy>Ianire Martín Sanchez</cp:lastModifiedBy>
  <cp:revision>1</cp:revision>
  <dcterms:modified xsi:type="dcterms:W3CDTF">2026-10-16T11:01:22Z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0x0101001743086674C57F46A659C3C8D4DB2F27</vt:lpwstr>
  </property>
</Properties>
</file>